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4bbf42433b4612" /><Relationship Type="http://schemas.openxmlformats.org/officeDocument/2006/relationships/extended-properties" Target="/docProps/app.xml" Id="Rffaa8f1b246b4e89" /><Relationship Type="http://schemas.openxmlformats.org/officeDocument/2006/relationships/officeDocument" Target="/ppt/presentation.xml" Id="R17c9fbc343a64ef4" /></Relationships>
</file>

<file path=ppt/presentation.xml><?xml version="1.0" encoding="utf-8"?>
<p:presentation xmlns:p="http://schemas.openxmlformats.org/presentationml/2006/main">
  <p:sldMasterIdLst>
    <p:sldMasterId xmlns:r="http://schemas.openxmlformats.org/officeDocument/2006/relationships" id="2147483648" r:id="R51414901a2c14b4e"/>
  </p:sldMasterIdLst>
  <p:notesMasterIdLst>
    <p:notesMasterId xmlns:r="http://schemas.openxmlformats.org/officeDocument/2006/relationships" r:id="Rac523cc96d0a4daf"/>
  </p:notesMasterIdLst>
  <p:sldIdLst>
    <p:sldId xmlns:r="http://schemas.openxmlformats.org/officeDocument/2006/relationships" id="256" r:id="Rcdc524ea0b6849ae"/>
    <p:sldId xmlns:r="http://schemas.openxmlformats.org/officeDocument/2006/relationships" id="257" r:id="Rca2a219465cc4160"/>
    <p:sldId xmlns:r="http://schemas.openxmlformats.org/officeDocument/2006/relationships" id="258" r:id="R3a081361e74d44dc"/>
    <p:sldId xmlns:r="http://schemas.openxmlformats.org/officeDocument/2006/relationships" id="259" r:id="R4c5d25469dbd4277"/>
    <p:sldId xmlns:r="http://schemas.openxmlformats.org/officeDocument/2006/relationships" id="260" r:id="Rf44219bc7569437d"/>
    <p:sldId xmlns:r="http://schemas.openxmlformats.org/officeDocument/2006/relationships" id="261" r:id="R93bd6fe02af149eb"/>
    <p:sldId xmlns:r="http://schemas.openxmlformats.org/officeDocument/2006/relationships" id="262" r:id="Rf7f1cf893bfa48bd"/>
    <p:sldId xmlns:r="http://schemas.openxmlformats.org/officeDocument/2006/relationships" id="263" r:id="R78adf91353004077"/>
    <p:sldId xmlns:r="http://schemas.openxmlformats.org/officeDocument/2006/relationships" id="264" r:id="R533151313a054614"/>
    <p:sldId xmlns:r="http://schemas.openxmlformats.org/officeDocument/2006/relationships" id="265" r:id="R804a2fbe51d34042"/>
    <p:sldId xmlns:r="http://schemas.openxmlformats.org/officeDocument/2006/relationships" id="266" r:id="R7a2cca009b914318"/>
    <p:sldId xmlns:r="http://schemas.openxmlformats.org/officeDocument/2006/relationships" id="267" r:id="Rcdade8ca2be34a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d0f7c93fbe422c" /><Relationship Type="http://schemas.openxmlformats.org/officeDocument/2006/relationships/slideMaster" Target="/ppt/slideMasters/slideMaster1.xml" Id="R51414901a2c14b4e" /><Relationship Type="http://schemas.openxmlformats.org/officeDocument/2006/relationships/notesMaster" Target="/ppt/notesMasters/notesMaster1.xml" Id="Rac523cc96d0a4daf" /><Relationship Type="http://schemas.openxmlformats.org/officeDocument/2006/relationships/presProps" Target="/ppt/presProps.xml" Id="Re6552028bbe34f86" /><Relationship Type="http://schemas.openxmlformats.org/officeDocument/2006/relationships/tableStyles" Target="/ppt/tableStyles.xml" Id="R804d386c08ca40b1" /><Relationship Type="http://schemas.openxmlformats.org/officeDocument/2006/relationships/slide" Target="/ppt/slides/slide1.xml" Id="Rcdc524ea0b6849ae" /><Relationship Type="http://schemas.openxmlformats.org/officeDocument/2006/relationships/slide" Target="/ppt/slides/slide2.xml" Id="Rca2a219465cc4160" /><Relationship Type="http://schemas.openxmlformats.org/officeDocument/2006/relationships/slide" Target="/ppt/slides/slide3.xml" Id="R3a081361e74d44dc" /><Relationship Type="http://schemas.openxmlformats.org/officeDocument/2006/relationships/slide" Target="/ppt/slides/slide4.xml" Id="R4c5d25469dbd4277" /><Relationship Type="http://schemas.openxmlformats.org/officeDocument/2006/relationships/slide" Target="/ppt/slides/slide5.xml" Id="Rf44219bc7569437d" /><Relationship Type="http://schemas.openxmlformats.org/officeDocument/2006/relationships/slide" Target="/ppt/slides/slide6.xml" Id="R93bd6fe02af149eb" /><Relationship Type="http://schemas.openxmlformats.org/officeDocument/2006/relationships/slide" Target="/ppt/slides/slide7.xml" Id="Rf7f1cf893bfa48bd" /><Relationship Type="http://schemas.openxmlformats.org/officeDocument/2006/relationships/slide" Target="/ppt/slides/slide8.xml" Id="R78adf91353004077" /><Relationship Type="http://schemas.openxmlformats.org/officeDocument/2006/relationships/slide" Target="/ppt/slides/slide9.xml" Id="R533151313a054614" /><Relationship Type="http://schemas.openxmlformats.org/officeDocument/2006/relationships/slide" Target="/ppt/slides/slide10.xml" Id="R804a2fbe51d34042" /><Relationship Type="http://schemas.openxmlformats.org/officeDocument/2006/relationships/slide" Target="/ppt/slides/slide11.xml" Id="R7a2cca009b914318" /><Relationship Type="http://schemas.openxmlformats.org/officeDocument/2006/relationships/slide" Target="/ppt/slides/slide12.xml" Id="Rcdade8ca2be34a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b1dbfd163745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Just Speak It">
      <a:dk1>
        <a:srgbClr val="000000"/>
      </a:dk1>
      <a:lt1>
        <a:srgbClr val="FFFFFF"/>
      </a:lt1>
      <a:dk2>
        <a:srgbClr val="111111"/>
      </a:dk2>
      <a:lt2>
        <a:srgbClr val="F8F6EF"/>
      </a:lt2>
      <a:accent1>
        <a:srgbClr val="276EF1"/>
      </a:accent1>
      <a:accent2>
        <a:srgbClr val="2FDD6C"/>
      </a:accent2>
      <a:accent3>
        <a:srgbClr val="FF9F45"/>
      </a:accent3>
      <a:accent4>
        <a:srgbClr val="FF7661"/>
      </a:accent4>
      <a:accent5>
        <a:srgbClr val="9B7CFF"/>
      </a:accent5>
      <a:accent6>
        <a:srgbClr val="9FD0F8"/>
      </a:accent6>
      <a:hlink>
        <a:srgbClr val="276EF1"/>
      </a:hlink>
      <a:folHlink>
        <a:srgbClr val="9B7CFF"/>
      </a:folHlink>
    </a:clrScheme>
    <a:fontScheme name="Office">
      <a:majorFont>
        <a:latin typeface="Calibri Light"/>
        <a:ea typeface="Calibri Light"/>
        <a:cs typeface="Calibri Light"/>
      </a:majorFont>
      <a:minorFont>
        <a:latin typeface="Calibri"/>
        <a:ea typeface="Calibri"/>
        <a:cs typeface="Calibri"/>
      </a:minorFont>
    </a:fontScheme>
    <a:fmtScheme name="Just Speak 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66b7b541f440b8" /><Relationship Type="http://schemas.openxmlformats.org/officeDocument/2006/relationships/notesMaster" Target="/ppt/notesMasters/notesMaster1.xml" Id="Ra6a93fe9dee94b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9041cfc7e94ded" /><Relationship Type="http://schemas.openxmlformats.org/officeDocument/2006/relationships/notesMaster" Target="/ppt/notesMasters/notesMaster1.xml" Id="R1f018358512e45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76c6c9fd7945c1" /><Relationship Type="http://schemas.openxmlformats.org/officeDocument/2006/relationships/notesMaster" Target="/ppt/notesMasters/notesMaster1.xml" Id="Rcb486ccb017649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a5051bd8d34d65" /><Relationship Type="http://schemas.openxmlformats.org/officeDocument/2006/relationships/notesMaster" Target="/ppt/notesMasters/notesMaster1.xml" Id="Re18ee3fc17e14c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e57178a37d4e1c" /><Relationship Type="http://schemas.openxmlformats.org/officeDocument/2006/relationships/notesMaster" Target="/ppt/notesMasters/notesMaster1.xml" Id="Re0516efe4f9641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ab020325d94b22" /><Relationship Type="http://schemas.openxmlformats.org/officeDocument/2006/relationships/notesMaster" Target="/ppt/notesMasters/notesMaster1.xml" Id="Ra7fb6eaa447248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7a6a93b6994960" /><Relationship Type="http://schemas.openxmlformats.org/officeDocument/2006/relationships/notesMaster" Target="/ppt/notesMasters/notesMaster1.xml" Id="R58ee86aa20e342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fc22ee182c43cb" /><Relationship Type="http://schemas.openxmlformats.org/officeDocument/2006/relationships/notesMaster" Target="/ppt/notesMasters/notesMaster1.xml" Id="R735aac4e7cd649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644115afc243cd" /><Relationship Type="http://schemas.openxmlformats.org/officeDocument/2006/relationships/notesMaster" Target="/ppt/notesMasters/notesMaster1.xml" Id="Ra5a12cc3f4404f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558e1a2e3c4da2" /><Relationship Type="http://schemas.openxmlformats.org/officeDocument/2006/relationships/notesMaster" Target="/ppt/notesMasters/notesMaster1.xml" Id="Rdeb265eb403f48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a70b8b0927445d" /><Relationship Type="http://schemas.openxmlformats.org/officeDocument/2006/relationships/notesMaster" Target="/ppt/notesMasters/notesMaster1.xml" Id="Rb50b50a42adf44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89acfb6e0143a3" /><Relationship Type="http://schemas.openxmlformats.org/officeDocument/2006/relationships/notesMaster" Target="/ppt/notesMasters/notesMaster1.xml" Id="Rdaaf74d124a742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Just Speak It is a mobile app for practicing the English you personally want to say. Instead of starting with textbook sentences, the learner starts with a real thought from their own day. The app turns that thought into short English cards that can be reviewed again later.</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docs/design/app-icon/app-icon-speak-card-v3.png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that learning material has no value. The problem is the gap between prepared examples and the learner’s own life. Creating personal examples takes time, translating them is difficult, and a sentence is easy to forget after using it once. Just Speak It is designed around closing that gap.</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docs/redesign-proposal.md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user story behind the product. The user should not need to prepare English before using it. Speaking or writing in Japanese is enough. The result must remain useful after generation, so the same input becomes both a personal note and material for repeated speaking practice.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docs/redesign-proposal.md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product loop. Voice input is transcribed and cleaned, then divided into ideas that are short enough to practice speaking. Each idea is translated, saved as a phrase, and scheduled for later review. Text input follows the same path but allows the learner to confirm the Japanese split before translation.</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features/capture/capture-screen.tsx</a:t>
            </a:r>
          </a:p>
          <a:p xmlns:a="http://schemas.openxmlformats.org/drawingml/2006/main">
            <a:r>
              <a:t>- docs/redesign-proposal.md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screen keeps the main journey in one place. In the voice path, the learner starts speaking, then the app transcribes the recording and generates cards automatically. Text input uses the same learning loop but adds a confirmation step before translation. The demo follows the voice path shown here.</a:t>
            </a:r>
          </a:p>
          <a:p xmlns:a="http://schemas.openxmlformats.org/drawingml/2006/main">
            <a:r>
              <a:t/>
            </a:r>
          </a:p>
          <a:p xmlns:a="http://schemas.openxmlformats.org/drawingml/2006/main">
            <a:r>
              <a:t>[Sources]</a:t>
            </a:r>
          </a:p>
          <a:p xmlns:a="http://schemas.openxmlformats.org/drawingml/2006/main">
            <a:r>
              <a:t>- features/capture/capture-screen.tsx</a:t>
            </a:r>
          </a:p>
          <a:p xmlns:a="http://schemas.openxmlformats.org/drawingml/2006/main">
            <a:r>
              <a:t>- features/capture/draft-card-list.tsx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has four tabs, but they are not separate experiences. Home creates and reviews material. Notes preserves the original entry and, when enabled, its local recording. Phrases provides a browsable library of generated cards. Custom lets the learner choose card size, translation style, theme, and whether recordings remain on the device.</a:t>
            </a:r>
          </a:p>
          <a:p xmlns:a="http://schemas.openxmlformats.org/drawingml/2006/main">
            <a:r>
              <a:t/>
            </a:r>
          </a:p>
          <a:p xmlns:a="http://schemas.openxmlformats.org/drawingml/2006/main">
            <a:r>
              <a:t>[Sources]</a:t>
            </a:r>
          </a:p>
          <a:p xmlns:a="http://schemas.openxmlformats.org/drawingml/2006/main">
            <a:r>
              <a:t>- app/(tabs)/_layout.tsx</a:t>
            </a:r>
          </a:p>
          <a:p xmlns:a="http://schemas.openxmlformats.org/drawingml/2006/main">
            <a:r>
              <a:t>- features/diary/diary-screen.tsx</a:t>
            </a:r>
          </a:p>
          <a:p xmlns:a="http://schemas.openxmlformats.org/drawingml/2006/main">
            <a:r>
              <a:t>- features/cards/cards-screen.tsx</a:t>
            </a:r>
          </a:p>
          <a:p xmlns:a="http://schemas.openxmlformats.org/drawingml/2006/main">
            <a:r>
              <a:t>- features/settings/settings-screen.tsx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uses only two decisions. If the learner cannot say the phrase, “Again” brings it back sooner. If they can say it, the interval grows. This keeps the interaction fast enough for daily practice. Undo handles accidental decisions, while a local outbox keeps pending review events safe until synchronization succeeds.</a:t>
            </a:r>
          </a:p>
          <a:p xmlns:a="http://schemas.openxmlformats.org/drawingml/2006/main">
            <a:r>
              <a:t/>
            </a:r>
          </a:p>
          <a:p xmlns:a="http://schemas.openxmlformats.org/drawingml/2006/main">
            <a:r>
              <a:t>[Sources]</a:t>
            </a:r>
          </a:p>
          <a:p xmlns:a="http://schemas.openxmlformats.org/drawingml/2006/main">
            <a:r>
              <a:t>- features/review/slack-flashcard-lab.tsx</a:t>
            </a:r>
          </a:p>
          <a:p xmlns:a="http://schemas.openxmlformats.org/drawingml/2006/main">
            <a:r>
              <a:t>- features/review/review-deck.tsx</a:t>
            </a:r>
          </a:p>
          <a:p xmlns:a="http://schemas.openxmlformats.org/drawingml/2006/main">
            <a:r>
              <a:t>- shared/api/review-outbox.ts</a:t>
            </a:r>
          </a:p>
          <a:p xmlns:a="http://schemas.openxmlformats.org/drawingml/2006/main">
            <a:r>
              <a:t>- packages/core/src/srs.ts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mobile app does not call the model as an unstructured shortcut. An authenticated Supabase Edge Function validates the request, coordinates the OpenAI operations, and stores structured results. The database keeps entries, generations, cards, review events, and usage events. The original audio is never persisted in cloud storage; an optional copy can remain on the learner’s device.</a:t>
            </a:r>
          </a:p>
          <a:p xmlns:a="http://schemas.openxmlformats.org/drawingml/2006/main">
            <a:r>
              <a:t/>
            </a:r>
          </a:p>
          <a:p xmlns:a="http://schemas.openxmlformats.org/drawingml/2006/main">
            <a:r>
              <a:t>[Sources]</a:t>
            </a:r>
          </a:p>
          <a:p xmlns:a="http://schemas.openxmlformats.org/drawingml/2006/main">
            <a:r>
              <a:t>- docs/architecture/just-speak-it-low-level-overview.png</a:t>
            </a:r>
          </a:p>
          <a:p xmlns:a="http://schemas.openxmlformats.org/drawingml/2006/main">
            <a:r>
              <a:t>- docs/architecture/README.md</a:t>
            </a:r>
          </a:p>
          <a:p xmlns:a="http://schemas.openxmlformats.org/drawingml/2006/main">
            <a:r>
              <a:t>- supabase/functions/api/index.ts</a:t>
            </a:r>
          </a:p>
          <a:p xmlns:a="http://schemas.openxmlformats.org/drawingml/2006/main">
            <a:r>
              <a:t>- supabase/migrations/20260731043000_rebuild_schema_v3.sql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choices are technical, but their purpose is user-facing. The capture state machine prevents contradictory screens. Shared Zod contracts keep the app and backend aligned. Idempotency prevents duplicate generations if a request is retried. Review events and the local outbox make the two-button review flow reliable. Row Level Security restricts reads to the current user, while every write passes through the authenticated API.</a:t>
            </a:r>
          </a:p>
          <a:p xmlns:a="http://schemas.openxmlformats.org/drawingml/2006/main">
            <a:r>
              <a:t/>
            </a:r>
          </a:p>
          <a:p xmlns:a="http://schemas.openxmlformats.org/drawingml/2006/main">
            <a:r>
              <a:t>[Sources]</a:t>
            </a:r>
          </a:p>
          <a:p xmlns:a="http://schemas.openxmlformats.org/drawingml/2006/main">
            <a:r>
              <a:t>- features/capture/capture-state.ts</a:t>
            </a:r>
          </a:p>
          <a:p xmlns:a="http://schemas.openxmlformats.org/drawingml/2006/main">
            <a:r>
              <a:t>- packages/contract/src/index.ts</a:t>
            </a:r>
          </a:p>
          <a:p xmlns:a="http://schemas.openxmlformats.org/drawingml/2006/main">
            <a:r>
              <a:t>- shared/api/client.ts</a:t>
            </a:r>
          </a:p>
          <a:p xmlns:a="http://schemas.openxmlformats.org/drawingml/2006/main">
            <a:r>
              <a:t>- shared/api/review-outbox.ts</a:t>
            </a:r>
          </a:p>
          <a:p xmlns:a="http://schemas.openxmlformats.org/drawingml/2006/main">
            <a:r>
              <a:t>- supabase/functions/api/index.ts</a:t>
            </a:r>
          </a:p>
          <a:p xmlns:a="http://schemas.openxmlformats.org/drawingml/2006/main">
            <a:r>
              <a:t>- supabase/migrations/20260731043000_rebuild_schema_v3.sql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now demonstrate one complete user flow. I will speak a short thought in Japanese, show how the app turns it into English cards, and then practice one of those cards. This is the core promise of Just Speak It: your own life becomes the material for your English practice.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features/capture/capture-screen.tsx</a:t>
            </a:r>
          </a:p>
          <a:p xmlns:a="http://schemas.openxmlformats.org/drawingml/2006/main">
            <a:r>
              <a:t>- features/review/review-deck.tsx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preserves the complete voice journey as static evidence. It can support questions about the flow or provide a visual reference if the live demo environment becomes unavailable. Text input follows the same learning loop with an additional split-confirmation step before generation.</a:t>
            </a:r>
          </a:p>
          <a:p xmlns:a="http://schemas.openxmlformats.org/drawingml/2006/main">
            <a:r>
              <a:t/>
            </a:r>
          </a:p>
          <a:p xmlns:a="http://schemas.openxmlformats.org/drawingml/2006/main">
            <a:r>
              <a:t>[Sources]</a:t>
            </a:r>
          </a:p>
          <a:p xmlns:a="http://schemas.openxmlformats.org/drawingml/2006/main">
            <a:r>
              <a:t>- features/capture/capture-screen.tsx</a:t>
            </a:r>
          </a:p>
          <a:p xmlns:a="http://schemas.openxmlformats.org/drawingml/2006/main">
            <a:r>
              <a:t>- features/capture/draft-card-list.tsx</a:t>
            </a:r>
          </a:p>
          <a:p xmlns:a="http://schemas.openxmlformats.org/drawingml/2006/main">
            <a:r>
              <a:t>- features/cards/cards-screen.tsx</a:t>
            </a:r>
          </a:p>
          <a:p xmlns:a="http://schemas.openxmlformats.org/drawingml/2006/main">
            <a:r>
              <a:t>- features/review/review-deck.tsx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detailed architecture view shows the two main paths. Authenticated writes and all AI work go through the single Edge Function. Read models use PostgREST with Row Level Security. Optional audio copies stay on the device, while cloud storage contains structured text and learning state.</a:t>
            </a:r>
          </a:p>
          <a:p xmlns:a="http://schemas.openxmlformats.org/drawingml/2006/main">
            <a:r>
              <a:t/>
            </a:r>
          </a:p>
          <a:p xmlns:a="http://schemas.openxmlformats.org/drawingml/2006/main">
            <a:r>
              <a:t>[Sources]</a:t>
            </a:r>
          </a:p>
          <a:p xmlns:a="http://schemas.openxmlformats.org/drawingml/2006/main">
            <a:r>
              <a:t>- docs/architecture/just-speak-it-low-level-overview.png</a:t>
            </a:r>
          </a:p>
          <a:p xmlns:a="http://schemas.openxmlformats.org/drawingml/2006/main">
            <a:r>
              <a:t>- docs/architecture/README.md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2c4c9d723248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4ec6ad3b8c499d" /><Relationship Type="http://schemas.openxmlformats.org/officeDocument/2006/relationships/slideLayout" Target="/ppt/slideLayouts/slideLayout1.xml" Id="R86fabeef74a149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fabeef74a149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Just Speak It">
      <a:dk1>
        <a:srgbClr val="000000"/>
      </a:dk1>
      <a:lt1>
        <a:srgbClr val="FFFFFF"/>
      </a:lt1>
      <a:dk2>
        <a:srgbClr val="111111"/>
      </a:dk2>
      <a:lt2>
        <a:srgbClr val="F8F6EF"/>
      </a:lt2>
      <a:accent1>
        <a:srgbClr val="276EF1"/>
      </a:accent1>
      <a:accent2>
        <a:srgbClr val="2FDD6C"/>
      </a:accent2>
      <a:accent3>
        <a:srgbClr val="FF9F45"/>
      </a:accent3>
      <a:accent4>
        <a:srgbClr val="FF7661"/>
      </a:accent4>
      <a:accent5>
        <a:srgbClr val="9B7CFF"/>
      </a:accent5>
      <a:accent6>
        <a:srgbClr val="9FD0F8"/>
      </a:accent6>
      <a:hlink>
        <a:srgbClr val="276EF1"/>
      </a:hlink>
      <a:folHlink>
        <a:srgbClr val="9B7CFF"/>
      </a:folHlink>
    </a:clrScheme>
    <a:fontScheme name="Office">
      <a:majorFont>
        <a:latin typeface="Calibri Light"/>
        <a:ea typeface="Calibri Light"/>
        <a:cs typeface="Calibri Light"/>
      </a:majorFont>
      <a:minorFont>
        <a:latin typeface="Calibri"/>
        <a:ea typeface="Calibri"/>
        <a:cs typeface="Calibri"/>
      </a:minorFont>
    </a:fontScheme>
    <a:fmtScheme name="Just Speak 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bd7addcada4304" /><Relationship Type="http://schemas.openxmlformats.org/officeDocument/2006/relationships/image" Target="/ppt/media/image.png" Id="R26d3f93235e34019" /><Relationship Type="http://schemas.openxmlformats.org/officeDocument/2006/relationships/image" Target="/ppt/media/image2.png" Id="Rbf4fa74625f34eeb" /><Relationship Type="http://schemas.openxmlformats.org/officeDocument/2006/relationships/notesSlide" Target="/ppt/notesSlides/notesSlide1.xml" Id="R146447ad698840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a26116019c426b" /><Relationship Type="http://schemas.openxmlformats.org/officeDocument/2006/relationships/image" Target="/ppt/media/image3.png" Id="R9cd020755c274ecd" /><Relationship Type="http://schemas.openxmlformats.org/officeDocument/2006/relationships/notesSlide" Target="/ppt/notesSlides/notesSlide2.xml" Id="Rc4566ba9803c4e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5be26130754983" /><Relationship Type="http://schemas.openxmlformats.org/officeDocument/2006/relationships/image" Target="/ppt/media/image4.png" Id="R0f4d9a4307a74868" /><Relationship Type="http://schemas.openxmlformats.org/officeDocument/2006/relationships/image" Target="/ppt/media/image5.png" Id="R2f7d3c6811144790" /><Relationship Type="http://schemas.openxmlformats.org/officeDocument/2006/relationships/notesSlide" Target="/ppt/notesSlides/notesSlide3.xml" Id="R4837134a474840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c50e7697e641a2" /><Relationship Type="http://schemas.openxmlformats.org/officeDocument/2006/relationships/image" Target="/ppt/media/image6.png" Id="R4eccb8f2b4a141be" /><Relationship Type="http://schemas.openxmlformats.org/officeDocument/2006/relationships/image" Target="/ppt/media/image7.png" Id="R0099d01ec0f64b52" /><Relationship Type="http://schemas.openxmlformats.org/officeDocument/2006/relationships/notesSlide" Target="/ppt/notesSlides/notesSlide4.xml" Id="R7f8067a62c8a44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5b6b1dccd7427d" /><Relationship Type="http://schemas.openxmlformats.org/officeDocument/2006/relationships/image" Target="/ppt/media/image8.png" Id="Rb5196f272ebc4d75" /><Relationship Type="http://schemas.openxmlformats.org/officeDocument/2006/relationships/image" Target="/ppt/media/image9.png" Id="R7393990299544d36" /><Relationship Type="http://schemas.openxmlformats.org/officeDocument/2006/relationships/image" Target="/ppt/media/image10.png" Id="Re7ec80cb339546d4" /><Relationship Type="http://schemas.openxmlformats.org/officeDocument/2006/relationships/image" Target="/ppt/media/image11.png" Id="R0d9244578d674c41" /><Relationship Type="http://schemas.openxmlformats.org/officeDocument/2006/relationships/image" Target="/ppt/media/image12.png" Id="R6e64faa6cbb84362" /><Relationship Type="http://schemas.openxmlformats.org/officeDocument/2006/relationships/notesSlide" Target="/ppt/notesSlides/notesSlide5.xml" Id="R39f2fd3a2dbf47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159cfb2ff94619" /><Relationship Type="http://schemas.openxmlformats.org/officeDocument/2006/relationships/image" Target="/ppt/media/image13.png" Id="R4328304063d54007" /><Relationship Type="http://schemas.openxmlformats.org/officeDocument/2006/relationships/image" Target="/ppt/media/image14.png" Id="R44fe4cfefede47eb" /><Relationship Type="http://schemas.openxmlformats.org/officeDocument/2006/relationships/image" Target="/ppt/media/image15.png" Id="Rf51dc34ee33d4b69" /><Relationship Type="http://schemas.openxmlformats.org/officeDocument/2006/relationships/image" Target="/ppt/media/image16.png" Id="Re81ac39ec61741d0" /><Relationship Type="http://schemas.openxmlformats.org/officeDocument/2006/relationships/notesSlide" Target="/ppt/notesSlides/notesSlide6.xml" Id="R89d3857893064b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820892f0cc4389" /><Relationship Type="http://schemas.openxmlformats.org/officeDocument/2006/relationships/image" Target="/ppt/media/image17.png" Id="Re201d4e3c4204b54" /><Relationship Type="http://schemas.openxmlformats.org/officeDocument/2006/relationships/image" Target="/ppt/media/image18.png" Id="R0cd8a483db4c4659" /><Relationship Type="http://schemas.openxmlformats.org/officeDocument/2006/relationships/image" Target="/ppt/media/image19.png" Id="R0e531405ad4b4cb5" /><Relationship Type="http://schemas.openxmlformats.org/officeDocument/2006/relationships/notesSlide" Target="/ppt/notesSlides/notesSlide7.xml" Id="R0a9ac9b24d0f47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cb782137b747c8" /><Relationship Type="http://schemas.openxmlformats.org/officeDocument/2006/relationships/image" Target="/ppt/media/image20.png" Id="R1e7374ae9fb24657" /><Relationship Type="http://schemas.openxmlformats.org/officeDocument/2006/relationships/image" Target="/ppt/media/image21.png" Id="R1b8076be472e431d" /><Relationship Type="http://schemas.openxmlformats.org/officeDocument/2006/relationships/notesSlide" Target="/ppt/notesSlides/notesSlide8.xml" Id="Rfa1de689f06945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d1a137d5df492f" /><Relationship Type="http://schemas.openxmlformats.org/officeDocument/2006/relationships/image" Target="/ppt/media/image22.png" Id="R8ef96d76793a4d0d" /><Relationship Type="http://schemas.openxmlformats.org/officeDocument/2006/relationships/notesSlide" Target="/ppt/notesSlides/notesSlide9.xml" Id="Rc693261527b949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da2c572ebc4490" /><Relationship Type="http://schemas.openxmlformats.org/officeDocument/2006/relationships/image" Target="/ppt/media/image23.png" Id="R1ffe0a6a80e0480c" /><Relationship Type="http://schemas.openxmlformats.org/officeDocument/2006/relationships/image" Target="/ppt/media/image24.png" Id="Rf1d227d74ab34024" /><Relationship Type="http://schemas.openxmlformats.org/officeDocument/2006/relationships/notesSlide" Target="/ppt/notesSlides/notesSlide10.xml" Id="R5134ff192ea043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279a63b0d44910" /><Relationship Type="http://schemas.openxmlformats.org/officeDocument/2006/relationships/image" Target="/ppt/media/image25.png" Id="Rb7d18e1d8f9141a7" /><Relationship Type="http://schemas.openxmlformats.org/officeDocument/2006/relationships/image" Target="/ppt/media/image26.png" Id="R9baae1c3242e4bd1" /><Relationship Type="http://schemas.openxmlformats.org/officeDocument/2006/relationships/image" Target="/ppt/media/image27.png" Id="R23f9206830a24bd4" /><Relationship Type="http://schemas.openxmlformats.org/officeDocument/2006/relationships/image" Target="/ppt/media/image28.png" Id="Rd49212acad9c406f" /><Relationship Type="http://schemas.openxmlformats.org/officeDocument/2006/relationships/image" Target="/ppt/media/image29.png" Id="R2f3e8d6ffc9d4a6b" /><Relationship Type="http://schemas.openxmlformats.org/officeDocument/2006/relationships/image" Target="/ppt/media/image30.png" Id="Rbad74fdc3d40422c" /><Relationship Type="http://schemas.openxmlformats.org/officeDocument/2006/relationships/notesSlide" Target="/ppt/notesSlides/notesSlide11.xml" Id="R53c56e3b1ff04e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f062bb830ec4ac8" /><Relationship Type="http://schemas.openxmlformats.org/officeDocument/2006/relationships/image" Target="/ppt/media/image31.png" Id="Rb93bfa49b5dd4c40" /><Relationship Type="http://schemas.openxmlformats.org/officeDocument/2006/relationships/image" Target="/ppt/media/image32.png" Id="R73c81e6b0bb94e7c" /><Relationship Type="http://schemas.openxmlformats.org/officeDocument/2006/relationships/notesSlide" Target="/ppt/notesSlides/notesSlide12.xml" Id="R720d5ad8881b493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6d3f93235e3401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f4fa74625f34eeb"/>
          <a:stretch xmlns:a="http://schemas.openxmlformats.org/drawingml/2006/main"/>
        </p:blipFill>
        <p:spPr>
          <a:xfrm xmlns:a="http://schemas.openxmlformats.org/drawingml/2006/main">
            <a:off x="5143500" y="1016000"/>
            <a:ext cx="1905000" cy="1905000"/>
          </a:xfrm>
          <a:prstGeom xmlns:a="http://schemas.openxmlformats.org/drawingml/2006/main" prst="rect">
            <a:avLst/>
          </a:prstGeom>
        </p:spPr>
      </p:pic>
      <p:sp>
        <p:nvSpPr>
          <p:cNvPr id="3" name="deck-title">
            <a:extLst xmlns:a="http://schemas.openxmlformats.org/drawingml/2006/main">
              <a:ext uri="{FF2B5EF4-FFF2-40B4-BE49-F238E27FC236}">
                <a16:creationId xmlns:a16="http://schemas.microsoft.com/office/drawing/2014/main" id="{CAB96647-BB5B-40CC-B231-99B56E29BEA9}"/>
              </a:ext>
            </a:extLst>
          </p:cNvPr>
          <p:cNvSpPr>
            <a:spLocks xmlns:a="http://schemas.openxmlformats.org/drawingml/2006/main" noGrp="1"/>
          </p:cNvSpPr>
          <p:nvPr/>
        </p:nvSpPr>
        <p:spPr>
          <a:xfrm xmlns:a="http://schemas.openxmlformats.org/drawingml/2006/main">
            <a:off x="1651000" y="3149600"/>
            <a:ext cx="8890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5400" b="1">
                <a:solidFill>
                  <a:srgbClr val="FFFFFF"/>
                </a:solidFill>
                <a:latin typeface="Avenir Next"/>
                <a:ea typeface="Avenir Next"/>
                <a:cs typeface="Avenir Next"/>
              </a:defRPr>
            </a:pPr>
            <a:r>
              <a:rPr sz="5400" b="1">
                <a:solidFill>
                  <a:srgbClr val="FFFFFF"/>
                </a:solidFill>
                <a:latin typeface="Avenir Next"/>
                <a:ea typeface="Avenir Next"/>
                <a:cs typeface="Avenir Next"/>
              </a:rPr>
              <a:t>Just Speak It</a:t>
            </a:r>
          </a:p>
        </p:txBody>
      </p:sp>
      <p:sp>
        <p:nvSpPr>
          <p:cNvPr id="4" name="deck-subtitle">
            <a:extLst xmlns:a="http://schemas.openxmlformats.org/drawingml/2006/main">
              <a:ext uri="{FF2B5EF4-FFF2-40B4-BE49-F238E27FC236}">
                <a16:creationId xmlns:a16="http://schemas.microsoft.com/office/drawing/2014/main" id="{980CB7D7-9861-4973-8C26-6B85202E058E}"/>
              </a:ext>
            </a:extLst>
          </p:cNvPr>
          <p:cNvSpPr>
            <a:spLocks xmlns:a="http://schemas.openxmlformats.org/drawingml/2006/main" noGrp="1"/>
          </p:cNvSpPr>
          <p:nvPr/>
        </p:nvSpPr>
        <p:spPr>
          <a:xfrm xmlns:a="http://schemas.openxmlformats.org/drawingml/2006/main">
            <a:off x="2032000" y="4089400"/>
            <a:ext cx="812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600" b="0">
                <a:solidFill>
                  <a:srgbClr val="FFFFFF"/>
                </a:solidFill>
                <a:latin typeface="Avenir Next"/>
                <a:ea typeface="Avenir Next"/>
                <a:cs typeface="Avenir Next"/>
              </a:defRPr>
            </a:pPr>
            <a:r>
              <a:rPr sz="1600" b="0">
                <a:solidFill>
                  <a:srgbClr val="FFFFFF"/>
                </a:solidFill>
                <a:latin typeface="Avenir Next"/>
                <a:ea typeface="Avenir Next"/>
                <a:cs typeface="Avenir Next"/>
              </a:rPr>
              <a:t>Turn your own words into English you can speak.</a:t>
            </a:r>
          </a:p>
        </p:txBody>
      </p:sp>
      <p:sp>
        <p:nvSpPr>
          <p:cNvPr id="5" name="">
            <a:extLst xmlns:a="http://schemas.openxmlformats.org/drawingml/2006/main">
              <a:ext uri="{FF2B5EF4-FFF2-40B4-BE49-F238E27FC236}">
                <a16:creationId xmlns:a16="http://schemas.microsoft.com/office/drawing/2014/main" id="{574D7E5D-3843-44C0-803F-1B6C77EF519B}"/>
              </a:ext>
            </a:extLst>
          </p:cNvPr>
          <p:cNvSpPr>
            <a:spLocks xmlns:a="http://schemas.openxmlformats.org/drawingml/2006/main" noGrp="1"/>
          </p:cNvSpPr>
          <p:nvPr/>
        </p:nvSpPr>
        <p:spPr>
          <a:xfrm xmlns:a="http://schemas.openxmlformats.org/drawingml/2006/main">
            <a:off x="3098800" y="5181600"/>
            <a:ext cx="2819400" cy="3810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88DD5BEC-7490-47AC-B0D0-79E8B45C29DE}"/>
              </a:ext>
            </a:extLst>
          </p:cNvPr>
          <p:cNvSpPr>
            <a:spLocks xmlns:a="http://schemas.openxmlformats.org/drawingml/2006/main" noGrp="1"/>
          </p:cNvSpPr>
          <p:nvPr/>
        </p:nvSpPr>
        <p:spPr>
          <a:xfrm xmlns:a="http://schemas.openxmlformats.org/drawingml/2006/main">
            <a:off x="3098800" y="51816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Final Project · Mobile App</a:t>
            </a:r>
          </a:p>
        </p:txBody>
      </p:sp>
      <p:sp>
        <p:nvSpPr>
          <p:cNvPr id="7" name="">
            <a:extLst xmlns:a="http://schemas.openxmlformats.org/drawingml/2006/main">
              <a:ext uri="{FF2B5EF4-FFF2-40B4-BE49-F238E27FC236}">
                <a16:creationId xmlns:a16="http://schemas.microsoft.com/office/drawing/2014/main" id="{E969FDD1-13D8-4217-9044-8FCF3ABD6E2E}"/>
              </a:ext>
            </a:extLst>
          </p:cNvPr>
          <p:cNvSpPr>
            <a:spLocks xmlns:a="http://schemas.openxmlformats.org/drawingml/2006/main" noGrp="1"/>
          </p:cNvSpPr>
          <p:nvPr/>
        </p:nvSpPr>
        <p:spPr>
          <a:xfrm xmlns:a="http://schemas.openxmlformats.org/drawingml/2006/main">
            <a:off x="6121400" y="5181600"/>
            <a:ext cx="2971800" cy="3810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8" name="">
            <a:extLst xmlns:a="http://schemas.openxmlformats.org/drawingml/2006/main">
              <a:ext uri="{FF2B5EF4-FFF2-40B4-BE49-F238E27FC236}">
                <a16:creationId xmlns:a16="http://schemas.microsoft.com/office/drawing/2014/main" id="{3864BD6E-6786-49BA-A996-C1C8739211C7}"/>
              </a:ext>
            </a:extLst>
          </p:cNvPr>
          <p:cNvSpPr>
            <a:spLocks xmlns:a="http://schemas.openxmlformats.org/drawingml/2006/main" noGrp="1"/>
          </p:cNvSpPr>
          <p:nvPr/>
        </p:nvSpPr>
        <p:spPr>
          <a:xfrm xmlns:a="http://schemas.openxmlformats.org/drawingml/2006/main">
            <a:off x="6121400" y="5181600"/>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Expo · Supabase · OpenAI</a:t>
            </a:r>
          </a:p>
        </p:txBody>
      </p:sp>
    </p:spTree>
    <p:extLst>
      <p:ext uri="{BB962C8B-B14F-4D97-AF65-F5344CB8AC3E}">
        <p14:creationId xmlns:p14="http://schemas.microsoft.com/office/powerpoint/2010/main" val="13638699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cd020755c274ec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9B0222C-1074-4214-A8A2-78417D7E1B02}"/>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BFAD5082-16E4-4430-A61B-7452CB7B38D9}"/>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PROBLEM</a:t>
            </a:r>
          </a:p>
        </p:txBody>
      </p:sp>
      <p:sp>
        <p:nvSpPr>
          <p:cNvPr id="4" name="">
            <a:extLst xmlns:a="http://schemas.openxmlformats.org/drawingml/2006/main">
              <a:ext uri="{FF2B5EF4-FFF2-40B4-BE49-F238E27FC236}">
                <a16:creationId xmlns:a16="http://schemas.microsoft.com/office/drawing/2014/main" id="{3115D5C5-D60A-4692-8D97-3E2201337783}"/>
              </a:ext>
            </a:extLst>
          </p:cNvPr>
          <p:cNvSpPr>
            <a:spLocks xmlns:a="http://schemas.openxmlformats.org/drawingml/2006/main" noGrp="1"/>
          </p:cNvSpPr>
          <p:nvPr/>
        </p:nvSpPr>
        <p:spPr>
          <a:xfrm xmlns:a="http://schemas.openxmlformats.org/drawingml/2006/main">
            <a:off x="2235200" y="657225"/>
            <a:ext cx="86360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001D8653-6265-46B9-8C3F-DF1A4FE562D5}"/>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36B30770-DE0A-403F-BBE6-715A2DC1CC9C}"/>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02</a:t>
            </a:r>
          </a:p>
        </p:txBody>
      </p:sp>
      <p:sp>
        <p:nvSpPr>
          <p:cNvPr id="7" name="slide-02-title">
            <a:extLst xmlns:a="http://schemas.openxmlformats.org/drawingml/2006/main">
              <a:ext uri="{FF2B5EF4-FFF2-40B4-BE49-F238E27FC236}">
                <a16:creationId xmlns:a16="http://schemas.microsoft.com/office/drawing/2014/main" id="{1F88330C-9403-4208-A628-B56768E25CE2}"/>
              </a:ext>
            </a:extLst>
          </p:cNvPr>
          <p:cNvSpPr>
            <a:spLocks xmlns:a="http://schemas.openxmlformats.org/drawingml/2006/main" noGrp="1"/>
          </p:cNvSpPr>
          <p:nvPr/>
        </p:nvSpPr>
        <p:spPr>
          <a:xfrm xmlns:a="http://schemas.openxmlformats.org/drawingml/2006/main">
            <a:off x="762000" y="990600"/>
            <a:ext cx="10668000" cy="78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600" b="1">
                <a:solidFill>
                  <a:srgbClr val="111111"/>
                </a:solidFill>
                <a:latin typeface="Avenir Next"/>
                <a:ea typeface="Avenir Next"/>
                <a:cs typeface="Avenir Next"/>
              </a:defRPr>
            </a:pPr>
            <a:r>
              <a:rPr sz="2600" b="1">
                <a:solidFill>
                  <a:srgbClr val="111111"/>
                </a:solidFill>
                <a:latin typeface="Avenir Next"/>
                <a:ea typeface="Avenir Next"/>
                <a:cs typeface="Avenir Next"/>
              </a:rPr>
              <a:t>Textbook English is not always what you want to say</a:t>
            </a:r>
          </a:p>
        </p:txBody>
      </p:sp>
      <p:sp>
        <p:nvSpPr>
          <p:cNvPr id="8" name="">
            <a:extLst xmlns:a="http://schemas.openxmlformats.org/drawingml/2006/main">
              <a:ext uri="{FF2B5EF4-FFF2-40B4-BE49-F238E27FC236}">
                <a16:creationId xmlns:a16="http://schemas.microsoft.com/office/drawing/2014/main" id="{99A68328-7E2E-4027-B1F5-2DD1A3D4E2EC}"/>
              </a:ext>
            </a:extLst>
          </p:cNvPr>
          <p:cNvSpPr>
            <a:spLocks xmlns:a="http://schemas.openxmlformats.org/drawingml/2006/main" noGrp="1"/>
          </p:cNvSpPr>
          <p:nvPr/>
        </p:nvSpPr>
        <p:spPr>
          <a:xfrm xmlns:a="http://schemas.openxmlformats.org/drawingml/2006/main">
            <a:off x="762000" y="1854200"/>
            <a:ext cx="8890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00" b="0">
                <a:solidFill>
                  <a:srgbClr val="666D78"/>
                </a:solidFill>
                <a:latin typeface="Avenir Next"/>
                <a:ea typeface="Avenir Next"/>
                <a:cs typeface="Avenir Next"/>
              </a:defRPr>
            </a:pPr>
            <a:r>
              <a:rPr sz="1400" b="0">
                <a:solidFill>
                  <a:srgbClr val="666D78"/>
                </a:solidFill>
                <a:latin typeface="Avenir Next"/>
                <a:ea typeface="Avenir Next"/>
                <a:cs typeface="Avenir Next"/>
              </a:rPr>
              <a:t>Learners can memorize useful sentences and still struggle to express their own day, opinions, and experiences.</a:t>
            </a:r>
          </a:p>
        </p:txBody>
      </p:sp>
      <p:sp>
        <p:nvSpPr>
          <p:cNvPr id="9" name="">
            <a:extLst xmlns:a="http://schemas.openxmlformats.org/drawingml/2006/main">
              <a:ext uri="{FF2B5EF4-FFF2-40B4-BE49-F238E27FC236}">
                <a16:creationId xmlns:a16="http://schemas.microsoft.com/office/drawing/2014/main" id="{66E56366-7226-471C-B784-496EF4B9AB02}"/>
              </a:ext>
            </a:extLst>
          </p:cNvPr>
          <p:cNvSpPr>
            <a:spLocks xmlns:a="http://schemas.openxmlformats.org/drawingml/2006/main" noGrp="1"/>
          </p:cNvSpPr>
          <p:nvPr/>
        </p:nvSpPr>
        <p:spPr>
          <a:xfrm xmlns:a="http://schemas.openxmlformats.org/drawingml/2006/main">
            <a:off x="825500" y="3238500"/>
            <a:ext cx="3352800" cy="2413000"/>
          </a:xfrm>
          <a:prstGeom xmlns:a="http://schemas.openxmlformats.org/drawingml/2006/main" prst="roundRect">
            <a:avLst>
              <a:gd name="adj" fmla="val 6316"/>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D1C0EFC7-CEB7-426F-A1C3-B52F906311B4}"/>
              </a:ext>
            </a:extLst>
          </p:cNvPr>
          <p:cNvSpPr>
            <a:spLocks xmlns:a="http://schemas.openxmlformats.org/drawingml/2006/main" noGrp="1"/>
          </p:cNvSpPr>
          <p:nvPr/>
        </p:nvSpPr>
        <p:spPr>
          <a:xfrm xmlns:a="http://schemas.openxmlformats.org/drawingml/2006/main">
            <a:off x="762000" y="3175000"/>
            <a:ext cx="3352800" cy="24130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31750">
            <a:solidFill>
              <a:srgbClr val="111111"/>
            </a:solidFill>
            <a:prstDash val="solid"/>
          </a:ln>
        </p:spPr>
      </p:sp>
      <p:sp>
        <p:nvSpPr>
          <p:cNvPr id="11" name="">
            <a:extLst xmlns:a="http://schemas.openxmlformats.org/drawingml/2006/main">
              <a:ext uri="{FF2B5EF4-FFF2-40B4-BE49-F238E27FC236}">
                <a16:creationId xmlns:a16="http://schemas.microsoft.com/office/drawing/2014/main" id="{902643C1-7088-4062-95FA-A089F81AE1A4}"/>
              </a:ext>
            </a:extLst>
          </p:cNvPr>
          <p:cNvSpPr>
            <a:spLocks xmlns:a="http://schemas.openxmlformats.org/drawingml/2006/main" noGrp="1"/>
          </p:cNvSpPr>
          <p:nvPr/>
        </p:nvSpPr>
        <p:spPr>
          <a:xfrm xmlns:a="http://schemas.openxmlformats.org/drawingml/2006/main">
            <a:off x="1066800" y="3429000"/>
            <a:ext cx="2667000" cy="304800"/>
          </a:xfrm>
          <a:prstGeom xmlns:a="http://schemas.openxmlformats.org/drawingml/2006/main" prst="roundRect">
            <a:avLst>
              <a:gd name="adj" fmla="val 50000"/>
            </a:avLst>
          </a:prstGeom>
          <a:solidFill xmlns:a="http://schemas.openxmlformats.org/drawingml/2006/main">
            <a:srgbClr val="FFF6E7"/>
          </a:solidFill>
          <a:ln xmlns:a="http://schemas.openxmlformats.org/drawingml/2006/main" w="22225">
            <a:solidFill>
              <a:srgbClr val="111111"/>
            </a:solidFill>
            <a:prstDash val="solid"/>
          </a:ln>
        </p:spPr>
      </p:sp>
      <p:sp>
        <p:nvSpPr>
          <p:cNvPr id="12" name="">
            <a:extLst xmlns:a="http://schemas.openxmlformats.org/drawingml/2006/main">
              <a:ext uri="{FF2B5EF4-FFF2-40B4-BE49-F238E27FC236}">
                <a16:creationId xmlns:a16="http://schemas.microsoft.com/office/drawing/2014/main" id="{8C5EABB5-82DB-4844-9F02-3FC50DA60932}"/>
              </a:ext>
            </a:extLst>
          </p:cNvPr>
          <p:cNvSpPr>
            <a:spLocks xmlns:a="http://schemas.openxmlformats.org/drawingml/2006/main" noGrp="1"/>
          </p:cNvSpPr>
          <p:nvPr/>
        </p:nvSpPr>
        <p:spPr>
          <a:xfrm xmlns:a="http://schemas.openxmlformats.org/drawingml/2006/main">
            <a:off x="1066800" y="3429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WHAT I STUDY</a:t>
            </a:r>
          </a:p>
        </p:txBody>
      </p:sp>
      <p:sp>
        <p:nvSpPr>
          <p:cNvPr id="13" name="">
            <a:extLst xmlns:a="http://schemas.openxmlformats.org/drawingml/2006/main">
              <a:ext uri="{FF2B5EF4-FFF2-40B4-BE49-F238E27FC236}">
                <a16:creationId xmlns:a16="http://schemas.microsoft.com/office/drawing/2014/main" id="{7C0A0085-3D6C-4EDD-AAE3-E9ABDC85A2A4}"/>
              </a:ext>
            </a:extLst>
          </p:cNvPr>
          <p:cNvSpPr>
            <a:spLocks xmlns:a="http://schemas.openxmlformats.org/drawingml/2006/main" noGrp="1"/>
          </p:cNvSpPr>
          <p:nvPr/>
        </p:nvSpPr>
        <p:spPr>
          <a:xfrm xmlns:a="http://schemas.openxmlformats.org/drawingml/2006/main">
            <a:off x="1066800" y="4089400"/>
            <a:ext cx="2743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800" b="1">
                <a:solidFill>
                  <a:srgbClr val="111111"/>
                </a:solidFill>
                <a:latin typeface="Avenir Next"/>
                <a:ea typeface="Avenir Next"/>
                <a:cs typeface="Avenir Next"/>
              </a:defRPr>
            </a:pPr>
            <a:r>
              <a:rPr sz="1800" b="1">
                <a:solidFill>
                  <a:srgbClr val="111111"/>
                </a:solidFill>
                <a:latin typeface="Avenir Next"/>
                <a:ea typeface="Avenir Next"/>
                <a:cs typeface="Avenir Next"/>
              </a:rPr>
              <a:t>Prepared examples</a:t>
            </a:r>
          </a:p>
        </p:txBody>
      </p:sp>
      <p:sp>
        <p:nvSpPr>
          <p:cNvPr id="14" name="">
            <a:extLst xmlns:a="http://schemas.openxmlformats.org/drawingml/2006/main">
              <a:ext uri="{FF2B5EF4-FFF2-40B4-BE49-F238E27FC236}">
                <a16:creationId xmlns:a16="http://schemas.microsoft.com/office/drawing/2014/main" id="{C9DD475E-62B8-4D5B-9518-09ADB77A9106}"/>
              </a:ext>
            </a:extLst>
          </p:cNvPr>
          <p:cNvSpPr>
            <a:spLocks xmlns:a="http://schemas.openxmlformats.org/drawingml/2006/main" noGrp="1"/>
          </p:cNvSpPr>
          <p:nvPr/>
        </p:nvSpPr>
        <p:spPr>
          <a:xfrm xmlns:a="http://schemas.openxmlformats.org/drawingml/2006/main">
            <a:off x="1066800" y="4927600"/>
            <a:ext cx="27432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250" b="0">
                <a:solidFill>
                  <a:srgbClr val="666D78"/>
                </a:solidFill>
                <a:latin typeface="Avenir Next"/>
                <a:ea typeface="Avenir Next"/>
                <a:cs typeface="Avenir Next"/>
              </a:defRPr>
            </a:pPr>
            <a:r>
              <a:rPr sz="1250" b="0">
                <a:solidFill>
                  <a:srgbClr val="666D78"/>
                </a:solidFill>
                <a:latin typeface="Avenir Next"/>
                <a:ea typeface="Avenir Next"/>
                <a:cs typeface="Avenir Next"/>
              </a:rPr>
              <a:t>Useful, but not always personal</a:t>
            </a:r>
          </a:p>
        </p:txBody>
      </p:sp>
      <p:sp>
        <p:nvSpPr>
          <p:cNvPr id="15" name="">
            <a:extLst xmlns:a="http://schemas.openxmlformats.org/drawingml/2006/main">
              <a:ext uri="{FF2B5EF4-FFF2-40B4-BE49-F238E27FC236}">
                <a16:creationId xmlns:a16="http://schemas.microsoft.com/office/drawing/2014/main" id="{20D29AF0-579A-446A-B3AC-625592A6BEFB}"/>
              </a:ext>
            </a:extLst>
          </p:cNvPr>
          <p:cNvSpPr>
            <a:spLocks xmlns:a="http://schemas.openxmlformats.org/drawingml/2006/main" noGrp="1"/>
          </p:cNvSpPr>
          <p:nvPr/>
        </p:nvSpPr>
        <p:spPr>
          <a:xfrm xmlns:a="http://schemas.openxmlformats.org/drawingml/2006/main">
            <a:off x="4483100" y="3238500"/>
            <a:ext cx="3352800" cy="2413000"/>
          </a:xfrm>
          <a:prstGeom xmlns:a="http://schemas.openxmlformats.org/drawingml/2006/main" prst="roundRect">
            <a:avLst>
              <a:gd name="adj" fmla="val 6316"/>
            </a:avLst>
          </a:prstGeom>
          <a:solidFill xmlns:a="http://schemas.openxmlformats.org/drawingml/2006/main">
            <a:srgbClr val="111111"/>
          </a:solidFill>
          <a:ln xmlns:a="http://schemas.openxmlformats.org/drawingml/2006/main" w="0">
            <a:solidFill>
              <a:srgbClr val="111111"/>
            </a:solidFill>
            <a:prstDash val="solid"/>
          </a:ln>
        </p:spPr>
      </p:sp>
      <p:sp>
        <p:nvSpPr>
          <p:cNvPr id="16" name="">
            <a:extLst xmlns:a="http://schemas.openxmlformats.org/drawingml/2006/main">
              <a:ext uri="{FF2B5EF4-FFF2-40B4-BE49-F238E27FC236}">
                <a16:creationId xmlns:a16="http://schemas.microsoft.com/office/drawing/2014/main" id="{BE4EA9C6-0506-48DB-A203-43FB9A38E7A0}"/>
              </a:ext>
            </a:extLst>
          </p:cNvPr>
          <p:cNvSpPr>
            <a:spLocks xmlns:a="http://schemas.openxmlformats.org/drawingml/2006/main" noGrp="1"/>
          </p:cNvSpPr>
          <p:nvPr/>
        </p:nvSpPr>
        <p:spPr>
          <a:xfrm xmlns:a="http://schemas.openxmlformats.org/drawingml/2006/main">
            <a:off x="4419600" y="3175000"/>
            <a:ext cx="3352800" cy="2413000"/>
          </a:xfrm>
          <a:prstGeom xmlns:a="http://schemas.openxmlformats.org/drawingml/2006/main" prst="roundRect">
            <a:avLst>
              <a:gd name="adj" fmla="val 6316"/>
            </a:avLst>
          </a:prstGeom>
          <a:solidFill xmlns:a="http://schemas.openxmlformats.org/drawingml/2006/main">
            <a:srgbClr val="2FDD6C"/>
          </a:solidFill>
          <a:ln xmlns:a="http://schemas.openxmlformats.org/drawingml/2006/main" w="31750">
            <a:solidFill>
              <a:srgbClr val="111111"/>
            </a:solidFill>
            <a:prstDash val="solid"/>
          </a:ln>
        </p:spPr>
      </p:sp>
      <p:sp>
        <p:nvSpPr>
          <p:cNvPr id="17" name="">
            <a:extLst xmlns:a="http://schemas.openxmlformats.org/drawingml/2006/main">
              <a:ext uri="{FF2B5EF4-FFF2-40B4-BE49-F238E27FC236}">
                <a16:creationId xmlns:a16="http://schemas.microsoft.com/office/drawing/2014/main" id="{DAD8B6B2-BABA-4C0B-B6F9-016D61271074}"/>
              </a:ext>
            </a:extLst>
          </p:cNvPr>
          <p:cNvSpPr>
            <a:spLocks xmlns:a="http://schemas.openxmlformats.org/drawingml/2006/main" noGrp="1"/>
          </p:cNvSpPr>
          <p:nvPr/>
        </p:nvSpPr>
        <p:spPr>
          <a:xfrm xmlns:a="http://schemas.openxmlformats.org/drawingml/2006/main">
            <a:off x="4724400" y="3429000"/>
            <a:ext cx="26670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18" name="">
            <a:extLst xmlns:a="http://schemas.openxmlformats.org/drawingml/2006/main">
              <a:ext uri="{FF2B5EF4-FFF2-40B4-BE49-F238E27FC236}">
                <a16:creationId xmlns:a16="http://schemas.microsoft.com/office/drawing/2014/main" id="{124CABBE-2B6C-49B0-A6B5-0D543B222F2C}"/>
              </a:ext>
            </a:extLst>
          </p:cNvPr>
          <p:cNvSpPr>
            <a:spLocks xmlns:a="http://schemas.openxmlformats.org/drawingml/2006/main" noGrp="1"/>
          </p:cNvSpPr>
          <p:nvPr/>
        </p:nvSpPr>
        <p:spPr>
          <a:xfrm xmlns:a="http://schemas.openxmlformats.org/drawingml/2006/main">
            <a:off x="4724400" y="3429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WHAT I WANT TO SAY</a:t>
            </a:r>
          </a:p>
        </p:txBody>
      </p:sp>
      <p:sp>
        <p:nvSpPr>
          <p:cNvPr id="19" name="">
            <a:extLst xmlns:a="http://schemas.openxmlformats.org/drawingml/2006/main">
              <a:ext uri="{FF2B5EF4-FFF2-40B4-BE49-F238E27FC236}">
                <a16:creationId xmlns:a16="http://schemas.microsoft.com/office/drawing/2014/main" id="{89207FCD-7A0D-4D72-85CE-67F8F489683C}"/>
              </a:ext>
            </a:extLst>
          </p:cNvPr>
          <p:cNvSpPr>
            <a:spLocks xmlns:a="http://schemas.openxmlformats.org/drawingml/2006/main" noGrp="1"/>
          </p:cNvSpPr>
          <p:nvPr/>
        </p:nvSpPr>
        <p:spPr>
          <a:xfrm xmlns:a="http://schemas.openxmlformats.org/drawingml/2006/main">
            <a:off x="4724400" y="4089400"/>
            <a:ext cx="2743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800" b="1">
                <a:solidFill>
                  <a:srgbClr val="111111"/>
                </a:solidFill>
                <a:latin typeface="Avenir Next"/>
                <a:ea typeface="Avenir Next"/>
                <a:cs typeface="Avenir Next"/>
              </a:defRPr>
            </a:pPr>
            <a:r>
              <a:rPr sz="1800" b="1">
                <a:solidFill>
                  <a:srgbClr val="111111"/>
                </a:solidFill>
                <a:latin typeface="Avenir Next"/>
                <a:ea typeface="Avenir Next"/>
                <a:cs typeface="Avenir Next"/>
              </a:rPr>
              <a:t>My real thoughts</a:t>
            </a:r>
          </a:p>
        </p:txBody>
      </p:sp>
      <p:sp>
        <p:nvSpPr>
          <p:cNvPr id="20" name="">
            <a:extLst xmlns:a="http://schemas.openxmlformats.org/drawingml/2006/main">
              <a:ext uri="{FF2B5EF4-FFF2-40B4-BE49-F238E27FC236}">
                <a16:creationId xmlns:a16="http://schemas.microsoft.com/office/drawing/2014/main" id="{37ED5B19-1E73-497B-872E-B4CD5BC6D5A4}"/>
              </a:ext>
            </a:extLst>
          </p:cNvPr>
          <p:cNvSpPr>
            <a:spLocks xmlns:a="http://schemas.openxmlformats.org/drawingml/2006/main" noGrp="1"/>
          </p:cNvSpPr>
          <p:nvPr/>
        </p:nvSpPr>
        <p:spPr>
          <a:xfrm xmlns:a="http://schemas.openxmlformats.org/drawingml/2006/main">
            <a:off x="4724400" y="4927600"/>
            <a:ext cx="27432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250" b="0">
                <a:solidFill>
                  <a:srgbClr val="111111"/>
                </a:solidFill>
                <a:latin typeface="Avenir Next"/>
                <a:ea typeface="Avenir Next"/>
                <a:cs typeface="Avenir Next"/>
              </a:defRPr>
            </a:pPr>
            <a:r>
              <a:rPr sz="1250" b="0">
                <a:solidFill>
                  <a:srgbClr val="111111"/>
                </a:solidFill>
                <a:latin typeface="Avenir Next"/>
                <a:ea typeface="Avenir Next"/>
                <a:cs typeface="Avenir Next"/>
              </a:rPr>
              <a:t>My day, opinions, and experiences</a:t>
            </a:r>
          </a:p>
        </p:txBody>
      </p:sp>
      <p:sp>
        <p:nvSpPr>
          <p:cNvPr id="21" name="">
            <a:extLst xmlns:a="http://schemas.openxmlformats.org/drawingml/2006/main">
              <a:ext uri="{FF2B5EF4-FFF2-40B4-BE49-F238E27FC236}">
                <a16:creationId xmlns:a16="http://schemas.microsoft.com/office/drawing/2014/main" id="{AF79EDA2-A527-4EC4-B219-A478E90D4712}"/>
              </a:ext>
            </a:extLst>
          </p:cNvPr>
          <p:cNvSpPr>
            <a:spLocks xmlns:a="http://schemas.openxmlformats.org/drawingml/2006/main" noGrp="1"/>
          </p:cNvSpPr>
          <p:nvPr/>
        </p:nvSpPr>
        <p:spPr>
          <a:xfrm xmlns:a="http://schemas.openxmlformats.org/drawingml/2006/main">
            <a:off x="8140700" y="3238500"/>
            <a:ext cx="3352800" cy="2413000"/>
          </a:xfrm>
          <a:prstGeom xmlns:a="http://schemas.openxmlformats.org/drawingml/2006/main" prst="roundRect">
            <a:avLst>
              <a:gd name="adj" fmla="val 6316"/>
            </a:avLst>
          </a:prstGeom>
          <a:solidFill xmlns:a="http://schemas.openxmlformats.org/drawingml/2006/main">
            <a:srgbClr val="111111"/>
          </a:solidFill>
          <a:ln xmlns:a="http://schemas.openxmlformats.org/drawingml/2006/main" w="0">
            <a:solidFill>
              <a:srgbClr val="111111"/>
            </a:solidFill>
            <a:prstDash val="solid"/>
          </a:ln>
        </p:spPr>
      </p:sp>
      <p:sp>
        <p:nvSpPr>
          <p:cNvPr id="22" name="">
            <a:extLst xmlns:a="http://schemas.openxmlformats.org/drawingml/2006/main">
              <a:ext uri="{FF2B5EF4-FFF2-40B4-BE49-F238E27FC236}">
                <a16:creationId xmlns:a16="http://schemas.microsoft.com/office/drawing/2014/main" id="{618B55F4-6DF3-48A3-88B6-CF0A34F959F5}"/>
              </a:ext>
            </a:extLst>
          </p:cNvPr>
          <p:cNvSpPr>
            <a:spLocks xmlns:a="http://schemas.openxmlformats.org/drawingml/2006/main" noGrp="1"/>
          </p:cNvSpPr>
          <p:nvPr/>
        </p:nvSpPr>
        <p:spPr>
          <a:xfrm xmlns:a="http://schemas.openxmlformats.org/drawingml/2006/main">
            <a:off x="8077200" y="3175000"/>
            <a:ext cx="3352800" cy="241300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31750">
            <a:solidFill>
              <a:srgbClr val="111111"/>
            </a:solidFill>
            <a:prstDash val="solid"/>
          </a:ln>
        </p:spPr>
      </p:sp>
      <p:sp>
        <p:nvSpPr>
          <p:cNvPr id="23" name="">
            <a:extLst xmlns:a="http://schemas.openxmlformats.org/drawingml/2006/main">
              <a:ext uri="{FF2B5EF4-FFF2-40B4-BE49-F238E27FC236}">
                <a16:creationId xmlns:a16="http://schemas.microsoft.com/office/drawing/2014/main" id="{C3CC9C75-2D30-4006-9A83-FC7681511C2E}"/>
              </a:ext>
            </a:extLst>
          </p:cNvPr>
          <p:cNvSpPr>
            <a:spLocks xmlns:a="http://schemas.openxmlformats.org/drawingml/2006/main" noGrp="1"/>
          </p:cNvSpPr>
          <p:nvPr/>
        </p:nvSpPr>
        <p:spPr>
          <a:xfrm xmlns:a="http://schemas.openxmlformats.org/drawingml/2006/main">
            <a:off x="8382000" y="3429000"/>
            <a:ext cx="2667000" cy="304800"/>
          </a:xfrm>
          <a:prstGeom xmlns:a="http://schemas.openxmlformats.org/drawingml/2006/main" prst="roundRect">
            <a:avLst>
              <a:gd name="adj" fmla="val 50000"/>
            </a:avLst>
          </a:prstGeom>
          <a:solidFill xmlns:a="http://schemas.openxmlformats.org/drawingml/2006/main">
            <a:srgbClr val="FFF6E7"/>
          </a:solidFill>
          <a:ln xmlns:a="http://schemas.openxmlformats.org/drawingml/2006/main" w="22225">
            <a:solidFill>
              <a:srgbClr val="111111"/>
            </a:solidFill>
            <a:prstDash val="solid"/>
          </a:ln>
        </p:spPr>
      </p:sp>
      <p:sp>
        <p:nvSpPr>
          <p:cNvPr id="24" name="">
            <a:extLst xmlns:a="http://schemas.openxmlformats.org/drawingml/2006/main">
              <a:ext uri="{FF2B5EF4-FFF2-40B4-BE49-F238E27FC236}">
                <a16:creationId xmlns:a16="http://schemas.microsoft.com/office/drawing/2014/main" id="{79C2B25A-51DC-48E1-AFD5-89A7227486F8}"/>
              </a:ext>
            </a:extLst>
          </p:cNvPr>
          <p:cNvSpPr>
            <a:spLocks xmlns:a="http://schemas.openxmlformats.org/drawingml/2006/main" noGrp="1"/>
          </p:cNvSpPr>
          <p:nvPr/>
        </p:nvSpPr>
        <p:spPr>
          <a:xfrm xmlns:a="http://schemas.openxmlformats.org/drawingml/2006/main">
            <a:off x="8382000" y="3429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HOW I KEEP PRACTICING</a:t>
            </a:r>
          </a:p>
        </p:txBody>
      </p:sp>
      <p:sp>
        <p:nvSpPr>
          <p:cNvPr id="25" name="">
            <a:extLst xmlns:a="http://schemas.openxmlformats.org/drawingml/2006/main">
              <a:ext uri="{FF2B5EF4-FFF2-40B4-BE49-F238E27FC236}">
                <a16:creationId xmlns:a16="http://schemas.microsoft.com/office/drawing/2014/main" id="{A37045E6-6970-4502-B973-89FA42104A95}"/>
              </a:ext>
            </a:extLst>
          </p:cNvPr>
          <p:cNvSpPr>
            <a:spLocks xmlns:a="http://schemas.openxmlformats.org/drawingml/2006/main" noGrp="1"/>
          </p:cNvSpPr>
          <p:nvPr/>
        </p:nvSpPr>
        <p:spPr>
          <a:xfrm xmlns:a="http://schemas.openxmlformats.org/drawingml/2006/main">
            <a:off x="8382000" y="4089400"/>
            <a:ext cx="2743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800" b="1">
                <a:solidFill>
                  <a:srgbClr val="111111"/>
                </a:solidFill>
                <a:latin typeface="Avenir Next"/>
                <a:ea typeface="Avenir Next"/>
                <a:cs typeface="Avenir Next"/>
              </a:defRPr>
            </a:pPr>
            <a:r>
              <a:rPr sz="1800" b="1">
                <a:solidFill>
                  <a:srgbClr val="111111"/>
                </a:solidFill>
                <a:latin typeface="Avenir Next"/>
                <a:ea typeface="Avenir Next"/>
                <a:cs typeface="Avenir Next"/>
              </a:rPr>
              <a:t>A repeatable habit</a:t>
            </a:r>
          </a:p>
        </p:txBody>
      </p:sp>
      <p:sp>
        <p:nvSpPr>
          <p:cNvPr id="26" name="">
            <a:extLst xmlns:a="http://schemas.openxmlformats.org/drawingml/2006/main">
              <a:ext uri="{FF2B5EF4-FFF2-40B4-BE49-F238E27FC236}">
                <a16:creationId xmlns:a16="http://schemas.microsoft.com/office/drawing/2014/main" id="{FE573EAB-49A5-468A-BD12-0DD5693D7749}"/>
              </a:ext>
            </a:extLst>
          </p:cNvPr>
          <p:cNvSpPr>
            <a:spLocks xmlns:a="http://schemas.openxmlformats.org/drawingml/2006/main" noGrp="1"/>
          </p:cNvSpPr>
          <p:nvPr/>
        </p:nvSpPr>
        <p:spPr>
          <a:xfrm xmlns:a="http://schemas.openxmlformats.org/drawingml/2006/main">
            <a:off x="8382000" y="4927600"/>
            <a:ext cx="27432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250" b="0">
                <a:solidFill>
                  <a:srgbClr val="666D78"/>
                </a:solidFill>
                <a:latin typeface="Avenir Next"/>
                <a:ea typeface="Avenir Next"/>
                <a:cs typeface="Avenir Next"/>
              </a:defRPr>
            </a:pPr>
            <a:r>
              <a:rPr sz="1250" b="0">
                <a:solidFill>
                  <a:srgbClr val="666D78"/>
                </a:solidFill>
                <a:latin typeface="Avenir Next"/>
                <a:ea typeface="Avenir Next"/>
                <a:cs typeface="Avenir Next"/>
              </a:rPr>
              <a:t>Bring each phrase back when it is due</a:t>
            </a:r>
          </a:p>
        </p:txBody>
      </p:sp>
    </p:spTree>
    <p:extLst>
      <p:ext uri="{BB962C8B-B14F-4D97-AF65-F5344CB8AC3E}">
        <p14:creationId xmlns:p14="http://schemas.microsoft.com/office/powerpoint/2010/main" val="18543611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f4d9a4307a7486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D8D4BD-4850-445E-993B-DB5A7D22F798}"/>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FD8967FB-404A-449B-8F6B-8F142ED43DD2}"/>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PROMISE</a:t>
            </a:r>
          </a:p>
        </p:txBody>
      </p:sp>
      <p:sp>
        <p:nvSpPr>
          <p:cNvPr id="4" name="">
            <a:extLst xmlns:a="http://schemas.openxmlformats.org/drawingml/2006/main">
              <a:ext uri="{FF2B5EF4-FFF2-40B4-BE49-F238E27FC236}">
                <a16:creationId xmlns:a16="http://schemas.microsoft.com/office/drawing/2014/main" id="{AC32CBC4-415C-4FF3-84B8-DE06D00225F7}"/>
              </a:ext>
            </a:extLst>
          </p:cNvPr>
          <p:cNvSpPr>
            <a:spLocks xmlns:a="http://schemas.openxmlformats.org/drawingml/2006/main" noGrp="1"/>
          </p:cNvSpPr>
          <p:nvPr/>
        </p:nvSpPr>
        <p:spPr>
          <a:xfrm xmlns:a="http://schemas.openxmlformats.org/drawingml/2006/main">
            <a:off x="2235200" y="657225"/>
            <a:ext cx="86360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CCF408DF-5CD2-4620-BD9B-51E9D3305C85}"/>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FB6FFD23-D08E-4DC3-9897-F1E8CF45A6C6}"/>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03</a:t>
            </a:r>
          </a:p>
        </p:txBody>
      </p:sp>
      <p:sp>
        <p:nvSpPr>
          <p:cNvPr id="7" name="slide-03-title">
            <a:extLst xmlns:a="http://schemas.openxmlformats.org/drawingml/2006/main">
              <a:ext uri="{FF2B5EF4-FFF2-40B4-BE49-F238E27FC236}">
                <a16:creationId xmlns:a16="http://schemas.microsoft.com/office/drawing/2014/main" id="{C34315F5-6950-4BC7-B592-84BEA6A50634}"/>
              </a:ext>
            </a:extLst>
          </p:cNvPr>
          <p:cNvSpPr>
            <a:spLocks xmlns:a="http://schemas.openxmlformats.org/drawingml/2006/main" noGrp="1"/>
          </p:cNvSpPr>
          <p:nvPr/>
        </p:nvSpPr>
        <p:spPr>
          <a:xfrm xmlns:a="http://schemas.openxmlformats.org/drawingml/2006/main">
            <a:off x="762000" y="9906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800" b="1">
                <a:solidFill>
                  <a:srgbClr val="111111"/>
                </a:solidFill>
                <a:latin typeface="Avenir Next"/>
                <a:ea typeface="Avenir Next"/>
                <a:cs typeface="Avenir Next"/>
              </a:defRPr>
            </a:pPr>
            <a:r>
              <a:rPr sz="2800" b="1">
                <a:solidFill>
                  <a:srgbClr val="111111"/>
                </a:solidFill>
                <a:latin typeface="Avenir Next"/>
                <a:ea typeface="Avenir Next"/>
                <a:cs typeface="Avenir Next"/>
              </a:rPr>
              <a:t>Speak first. Practice what matters to you.</a:t>
            </a:r>
          </a:p>
        </p:txBody>
      </p:sp>
      <p:sp>
        <p:nvSpPr>
          <p:cNvPr id="8" name="">
            <a:extLst xmlns:a="http://schemas.openxmlformats.org/drawingml/2006/main">
              <a:ext uri="{FF2B5EF4-FFF2-40B4-BE49-F238E27FC236}">
                <a16:creationId xmlns:a16="http://schemas.microsoft.com/office/drawing/2014/main" id="{B01C06DD-D804-48E5-A0E9-6307EB8EB8BF}"/>
              </a:ext>
            </a:extLst>
          </p:cNvPr>
          <p:cNvSpPr>
            <a:spLocks xmlns:a="http://schemas.openxmlformats.org/drawingml/2006/main" noGrp="1"/>
          </p:cNvSpPr>
          <p:nvPr/>
        </p:nvSpPr>
        <p:spPr>
          <a:xfrm xmlns:a="http://schemas.openxmlformats.org/drawingml/2006/main">
            <a:off x="838200" y="2235200"/>
            <a:ext cx="6604000" cy="3937000"/>
          </a:xfrm>
          <a:prstGeom xmlns:a="http://schemas.openxmlformats.org/drawingml/2006/main" prst="roundRect">
            <a:avLst>
              <a:gd name="adj" fmla="val 5161"/>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4ED56F2E-9B58-4490-99DF-46580BDBDD9F}"/>
              </a:ext>
            </a:extLst>
          </p:cNvPr>
          <p:cNvSpPr>
            <a:spLocks xmlns:a="http://schemas.openxmlformats.org/drawingml/2006/main" noGrp="1"/>
          </p:cNvSpPr>
          <p:nvPr/>
        </p:nvSpPr>
        <p:spPr>
          <a:xfrm xmlns:a="http://schemas.openxmlformats.org/drawingml/2006/main">
            <a:off x="762000" y="2159000"/>
            <a:ext cx="6604000" cy="393700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38100">
            <a:solidFill>
              <a:srgbClr val="111111"/>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f7d3c6811144790"/>
          <a:stretch xmlns:a="http://schemas.openxmlformats.org/drawingml/2006/main"/>
        </p:blipFill>
        <p:spPr>
          <a:xfrm xmlns:a="http://schemas.openxmlformats.org/drawingml/2006/main">
            <a:off x="1117600" y="2489643"/>
            <a:ext cx="812800" cy="519814"/>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697E134-46BA-4E91-8B15-8D10A0A67194}"/>
              </a:ext>
            </a:extLst>
          </p:cNvPr>
          <p:cNvSpPr>
            <a:spLocks xmlns:a="http://schemas.openxmlformats.org/drawingml/2006/main" noGrp="1"/>
          </p:cNvSpPr>
          <p:nvPr/>
        </p:nvSpPr>
        <p:spPr>
          <a:xfrm xmlns:a="http://schemas.openxmlformats.org/drawingml/2006/main">
            <a:off x="2184400" y="2540000"/>
            <a:ext cx="1524000" cy="3302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12" name="">
            <a:extLst xmlns:a="http://schemas.openxmlformats.org/drawingml/2006/main">
              <a:ext uri="{FF2B5EF4-FFF2-40B4-BE49-F238E27FC236}">
                <a16:creationId xmlns:a16="http://schemas.microsoft.com/office/drawing/2014/main" id="{D3B6DC13-291C-40B7-B004-B4EBAB06006A}"/>
              </a:ext>
            </a:extLst>
          </p:cNvPr>
          <p:cNvSpPr>
            <a:spLocks xmlns:a="http://schemas.openxmlformats.org/drawingml/2006/main" noGrp="1"/>
          </p:cNvSpPr>
          <p:nvPr/>
        </p:nvSpPr>
        <p:spPr>
          <a:xfrm xmlns:a="http://schemas.openxmlformats.org/drawingml/2006/main">
            <a:off x="2184400" y="2540000"/>
            <a:ext cx="1524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USER STORY</a:t>
            </a:r>
          </a:p>
        </p:txBody>
      </p:sp>
      <p:sp>
        <p:nvSpPr>
          <p:cNvPr id="13" name="user-story">
            <a:extLst xmlns:a="http://schemas.openxmlformats.org/drawingml/2006/main">
              <a:ext uri="{FF2B5EF4-FFF2-40B4-BE49-F238E27FC236}">
                <a16:creationId xmlns:a16="http://schemas.microsoft.com/office/drawing/2014/main" id="{C53FD84A-FABC-4799-B372-73DB42F776C0}"/>
              </a:ext>
            </a:extLst>
          </p:cNvPr>
          <p:cNvSpPr>
            <a:spLocks xmlns:a="http://schemas.openxmlformats.org/drawingml/2006/main" noGrp="1"/>
          </p:cNvSpPr>
          <p:nvPr/>
        </p:nvSpPr>
        <p:spPr>
          <a:xfrm xmlns:a="http://schemas.openxmlformats.org/drawingml/2006/main">
            <a:off x="1117600" y="3225800"/>
            <a:ext cx="5892800" cy="241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6000"/>
              </a:lnSpc>
              <a:buNone/>
              <a:defRPr sz="1800" b="1">
                <a:solidFill>
                  <a:srgbClr val="111111"/>
                </a:solidFill>
                <a:latin typeface="Avenir Next"/>
                <a:ea typeface="Avenir Next"/>
                <a:cs typeface="Avenir Next"/>
              </a:defRPr>
            </a:pPr>
            <a:r>
              <a:rPr sz="1800" b="1">
                <a:solidFill>
                  <a:srgbClr val="111111"/>
                </a:solidFill>
                <a:latin typeface="Avenir Next"/>
                <a:ea typeface="Avenir Next"/>
                <a:cs typeface="Avenir Next"/>
              </a:rPr>
              <a:t>As an English learner, I want to speak or write about my day in Japanese, so I can practice English based on what I actually want to say.</a:t>
            </a:r>
          </a:p>
        </p:txBody>
      </p:sp>
      <p:sp>
        <p:nvSpPr>
          <p:cNvPr id="14" name="">
            <a:extLst xmlns:a="http://schemas.openxmlformats.org/drawingml/2006/main">
              <a:ext uri="{FF2B5EF4-FFF2-40B4-BE49-F238E27FC236}">
                <a16:creationId xmlns:a16="http://schemas.microsoft.com/office/drawing/2014/main" id="{23EF59DC-F170-4227-9EFF-A86CE24578E4}"/>
              </a:ext>
            </a:extLst>
          </p:cNvPr>
          <p:cNvSpPr>
            <a:spLocks xmlns:a="http://schemas.openxmlformats.org/drawingml/2006/main" noGrp="1"/>
          </p:cNvSpPr>
          <p:nvPr/>
        </p:nvSpPr>
        <p:spPr>
          <a:xfrm xmlns:a="http://schemas.openxmlformats.org/drawingml/2006/main">
            <a:off x="7912100" y="2451100"/>
            <a:ext cx="3556000" cy="1016000"/>
          </a:xfrm>
          <a:prstGeom xmlns:a="http://schemas.openxmlformats.org/drawingml/2006/main" prst="roundRect">
            <a:avLst>
              <a:gd name="adj" fmla="val 10000"/>
            </a:avLst>
          </a:prstGeom>
          <a:solidFill xmlns:a="http://schemas.openxmlformats.org/drawingml/2006/main">
            <a:srgbClr val="111111"/>
          </a:solidFill>
          <a:ln xmlns:a="http://schemas.openxmlformats.org/drawingml/2006/main" w="0">
            <a:solidFill>
              <a:srgbClr val="111111"/>
            </a:solidFill>
            <a:prstDash val="solid"/>
          </a:ln>
        </p:spPr>
      </p:sp>
      <p:sp>
        <p:nvSpPr>
          <p:cNvPr id="15" name="">
            <a:extLst xmlns:a="http://schemas.openxmlformats.org/drawingml/2006/main">
              <a:ext uri="{FF2B5EF4-FFF2-40B4-BE49-F238E27FC236}">
                <a16:creationId xmlns:a16="http://schemas.microsoft.com/office/drawing/2014/main" id="{9050994D-5FEA-4FE2-9CBB-CDA41835B37B}"/>
              </a:ext>
            </a:extLst>
          </p:cNvPr>
          <p:cNvSpPr>
            <a:spLocks xmlns:a="http://schemas.openxmlformats.org/drawingml/2006/main" noGrp="1"/>
          </p:cNvSpPr>
          <p:nvPr/>
        </p:nvSpPr>
        <p:spPr>
          <a:xfrm xmlns:a="http://schemas.openxmlformats.org/drawingml/2006/main">
            <a:off x="7874000" y="2413000"/>
            <a:ext cx="3556000" cy="1016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22225">
            <a:solidFill>
              <a:srgbClr val="111111"/>
            </a:solidFill>
            <a:prstDash val="solid"/>
          </a:ln>
        </p:spPr>
      </p:sp>
      <p:sp>
        <p:nvSpPr>
          <p:cNvPr id="16" name="">
            <a:extLst xmlns:a="http://schemas.openxmlformats.org/drawingml/2006/main">
              <a:ext uri="{FF2B5EF4-FFF2-40B4-BE49-F238E27FC236}">
                <a16:creationId xmlns:a16="http://schemas.microsoft.com/office/drawing/2014/main" id="{5FB30377-C6CD-4137-ADC3-2244E91EEE36}"/>
              </a:ext>
            </a:extLst>
          </p:cNvPr>
          <p:cNvSpPr>
            <a:spLocks xmlns:a="http://schemas.openxmlformats.org/drawingml/2006/main" noGrp="1"/>
          </p:cNvSpPr>
          <p:nvPr/>
        </p:nvSpPr>
        <p:spPr>
          <a:xfrm xmlns:a="http://schemas.openxmlformats.org/drawingml/2006/main">
            <a:off x="8128000" y="2844800"/>
            <a:ext cx="127000" cy="127000"/>
          </a:xfrm>
          <a:prstGeom xmlns:a="http://schemas.openxmlformats.org/drawingml/2006/main" prst="roundRect">
            <a:avLst>
              <a:gd name="adj" fmla="val 20000"/>
            </a:avLst>
          </a:prstGeom>
          <a:solidFill xmlns:a="http://schemas.openxmlformats.org/drawingml/2006/main">
            <a:srgbClr val="111111"/>
          </a:solidFill>
          <a:ln xmlns:a="http://schemas.openxmlformats.org/drawingml/2006/main" w="0">
            <a:solidFill>
              <a:srgbClr val="111111"/>
            </a:solidFill>
            <a:prstDash val="solid"/>
          </a:ln>
        </p:spPr>
      </p:sp>
      <p:sp>
        <p:nvSpPr>
          <p:cNvPr id="17" name="">
            <a:extLst xmlns:a="http://schemas.openxmlformats.org/drawingml/2006/main">
              <a:ext uri="{FF2B5EF4-FFF2-40B4-BE49-F238E27FC236}">
                <a16:creationId xmlns:a16="http://schemas.microsoft.com/office/drawing/2014/main" id="{25BEFB35-B130-4C54-BFCD-B1F8C00590E2}"/>
              </a:ext>
            </a:extLst>
          </p:cNvPr>
          <p:cNvSpPr>
            <a:spLocks xmlns:a="http://schemas.openxmlformats.org/drawingml/2006/main" noGrp="1"/>
          </p:cNvSpPr>
          <p:nvPr/>
        </p:nvSpPr>
        <p:spPr>
          <a:xfrm xmlns:a="http://schemas.openxmlformats.org/drawingml/2006/main">
            <a:off x="8483600" y="2641600"/>
            <a:ext cx="26416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Create material without writing English first</a:t>
            </a:r>
          </a:p>
        </p:txBody>
      </p:sp>
      <p:sp>
        <p:nvSpPr>
          <p:cNvPr id="18" name="">
            <a:extLst xmlns:a="http://schemas.openxmlformats.org/drawingml/2006/main">
              <a:ext uri="{FF2B5EF4-FFF2-40B4-BE49-F238E27FC236}">
                <a16:creationId xmlns:a16="http://schemas.microsoft.com/office/drawing/2014/main" id="{AC9824B0-1235-4ADB-BD5F-8EC6E492D111}"/>
              </a:ext>
            </a:extLst>
          </p:cNvPr>
          <p:cNvSpPr>
            <a:spLocks xmlns:a="http://schemas.openxmlformats.org/drawingml/2006/main" noGrp="1"/>
          </p:cNvSpPr>
          <p:nvPr/>
        </p:nvSpPr>
        <p:spPr>
          <a:xfrm xmlns:a="http://schemas.openxmlformats.org/drawingml/2006/main">
            <a:off x="7912100" y="3695700"/>
            <a:ext cx="3556000" cy="1016000"/>
          </a:xfrm>
          <a:prstGeom xmlns:a="http://schemas.openxmlformats.org/drawingml/2006/main" prst="roundRect">
            <a:avLst>
              <a:gd name="adj" fmla="val 10000"/>
            </a:avLst>
          </a:prstGeom>
          <a:solidFill xmlns:a="http://schemas.openxmlformats.org/drawingml/2006/main">
            <a:srgbClr val="111111"/>
          </a:solidFill>
          <a:ln xmlns:a="http://schemas.openxmlformats.org/drawingml/2006/main" w="0">
            <a:solidFill>
              <a:srgbClr val="111111"/>
            </a:solidFill>
            <a:prstDash val="solid"/>
          </a:ln>
        </p:spPr>
      </p:sp>
      <p:sp>
        <p:nvSpPr>
          <p:cNvPr id="19" name="">
            <a:extLst xmlns:a="http://schemas.openxmlformats.org/drawingml/2006/main">
              <a:ext uri="{FF2B5EF4-FFF2-40B4-BE49-F238E27FC236}">
                <a16:creationId xmlns:a16="http://schemas.microsoft.com/office/drawing/2014/main" id="{307F84B9-7C82-4598-90F0-F06A3F839801}"/>
              </a:ext>
            </a:extLst>
          </p:cNvPr>
          <p:cNvSpPr>
            <a:spLocks xmlns:a="http://schemas.openxmlformats.org/drawingml/2006/main" noGrp="1"/>
          </p:cNvSpPr>
          <p:nvPr/>
        </p:nvSpPr>
        <p:spPr>
          <a:xfrm xmlns:a="http://schemas.openxmlformats.org/drawingml/2006/main">
            <a:off x="7874000" y="3657600"/>
            <a:ext cx="3556000" cy="1016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22225">
            <a:solidFill>
              <a:srgbClr val="111111"/>
            </a:solidFill>
            <a:prstDash val="solid"/>
          </a:ln>
        </p:spPr>
      </p:sp>
      <p:sp>
        <p:nvSpPr>
          <p:cNvPr id="20" name="">
            <a:extLst xmlns:a="http://schemas.openxmlformats.org/drawingml/2006/main">
              <a:ext uri="{FF2B5EF4-FFF2-40B4-BE49-F238E27FC236}">
                <a16:creationId xmlns:a16="http://schemas.microsoft.com/office/drawing/2014/main" id="{5B78C22E-330F-4BD6-B5F9-59D6D3E8631E}"/>
              </a:ext>
            </a:extLst>
          </p:cNvPr>
          <p:cNvSpPr>
            <a:spLocks xmlns:a="http://schemas.openxmlformats.org/drawingml/2006/main" noGrp="1"/>
          </p:cNvSpPr>
          <p:nvPr/>
        </p:nvSpPr>
        <p:spPr>
          <a:xfrm xmlns:a="http://schemas.openxmlformats.org/drawingml/2006/main">
            <a:off x="8128000" y="4089400"/>
            <a:ext cx="127000" cy="127000"/>
          </a:xfrm>
          <a:prstGeom xmlns:a="http://schemas.openxmlformats.org/drawingml/2006/main" prst="roundRect">
            <a:avLst>
              <a:gd name="adj" fmla="val 20000"/>
            </a:avLst>
          </a:prstGeom>
          <a:solidFill xmlns:a="http://schemas.openxmlformats.org/drawingml/2006/main">
            <a:srgbClr val="111111"/>
          </a:solidFill>
          <a:ln xmlns:a="http://schemas.openxmlformats.org/drawingml/2006/main" w="0">
            <a:solidFill>
              <a:srgbClr val="111111"/>
            </a:solidFill>
            <a:prstDash val="solid"/>
          </a:ln>
        </p:spPr>
      </p:sp>
      <p:sp>
        <p:nvSpPr>
          <p:cNvPr id="21" name="">
            <a:extLst xmlns:a="http://schemas.openxmlformats.org/drawingml/2006/main">
              <a:ext uri="{FF2B5EF4-FFF2-40B4-BE49-F238E27FC236}">
                <a16:creationId xmlns:a16="http://schemas.microsoft.com/office/drawing/2014/main" id="{FE8BB531-80B5-4BD6-B56C-53F3FD6B62D0}"/>
              </a:ext>
            </a:extLst>
          </p:cNvPr>
          <p:cNvSpPr>
            <a:spLocks xmlns:a="http://schemas.openxmlformats.org/drawingml/2006/main" noGrp="1"/>
          </p:cNvSpPr>
          <p:nvPr/>
        </p:nvSpPr>
        <p:spPr>
          <a:xfrm xmlns:a="http://schemas.openxmlformats.org/drawingml/2006/main">
            <a:off x="8483600" y="3886200"/>
            <a:ext cx="26416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Review it again when it is due</a:t>
            </a:r>
          </a:p>
        </p:txBody>
      </p:sp>
      <p:sp>
        <p:nvSpPr>
          <p:cNvPr id="22" name="">
            <a:extLst xmlns:a="http://schemas.openxmlformats.org/drawingml/2006/main">
              <a:ext uri="{FF2B5EF4-FFF2-40B4-BE49-F238E27FC236}">
                <a16:creationId xmlns:a16="http://schemas.microsoft.com/office/drawing/2014/main" id="{7CDCFAD7-4063-461D-AD1D-43D58ED4F0E0}"/>
              </a:ext>
            </a:extLst>
          </p:cNvPr>
          <p:cNvSpPr>
            <a:spLocks xmlns:a="http://schemas.openxmlformats.org/drawingml/2006/main" noGrp="1"/>
          </p:cNvSpPr>
          <p:nvPr/>
        </p:nvSpPr>
        <p:spPr>
          <a:xfrm xmlns:a="http://schemas.openxmlformats.org/drawingml/2006/main">
            <a:off x="7912100" y="4940300"/>
            <a:ext cx="3556000" cy="1016000"/>
          </a:xfrm>
          <a:prstGeom xmlns:a="http://schemas.openxmlformats.org/drawingml/2006/main" prst="roundRect">
            <a:avLst>
              <a:gd name="adj" fmla="val 10000"/>
            </a:avLst>
          </a:prstGeom>
          <a:solidFill xmlns:a="http://schemas.openxmlformats.org/drawingml/2006/main">
            <a:srgbClr val="111111"/>
          </a:solidFill>
          <a:ln xmlns:a="http://schemas.openxmlformats.org/drawingml/2006/main" w="0">
            <a:solidFill>
              <a:srgbClr val="111111"/>
            </a:solidFill>
            <a:prstDash val="solid"/>
          </a:ln>
        </p:spPr>
      </p:sp>
      <p:sp>
        <p:nvSpPr>
          <p:cNvPr id="23" name="">
            <a:extLst xmlns:a="http://schemas.openxmlformats.org/drawingml/2006/main">
              <a:ext uri="{FF2B5EF4-FFF2-40B4-BE49-F238E27FC236}">
                <a16:creationId xmlns:a16="http://schemas.microsoft.com/office/drawing/2014/main" id="{31377196-C7D5-49CD-8256-C526504581A5}"/>
              </a:ext>
            </a:extLst>
          </p:cNvPr>
          <p:cNvSpPr>
            <a:spLocks xmlns:a="http://schemas.openxmlformats.org/drawingml/2006/main" noGrp="1"/>
          </p:cNvSpPr>
          <p:nvPr/>
        </p:nvSpPr>
        <p:spPr>
          <a:xfrm xmlns:a="http://schemas.openxmlformats.org/drawingml/2006/main">
            <a:off x="7874000" y="4902200"/>
            <a:ext cx="3556000" cy="1016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22225">
            <a:solidFill>
              <a:srgbClr val="111111"/>
            </a:solidFill>
            <a:prstDash val="solid"/>
          </a:ln>
        </p:spPr>
      </p:sp>
      <p:sp>
        <p:nvSpPr>
          <p:cNvPr id="24" name="">
            <a:extLst xmlns:a="http://schemas.openxmlformats.org/drawingml/2006/main">
              <a:ext uri="{FF2B5EF4-FFF2-40B4-BE49-F238E27FC236}">
                <a16:creationId xmlns:a16="http://schemas.microsoft.com/office/drawing/2014/main" id="{CC4CA44B-6E85-4F1B-9738-911BA62322BC}"/>
              </a:ext>
            </a:extLst>
          </p:cNvPr>
          <p:cNvSpPr>
            <a:spLocks xmlns:a="http://schemas.openxmlformats.org/drawingml/2006/main" noGrp="1"/>
          </p:cNvSpPr>
          <p:nvPr/>
        </p:nvSpPr>
        <p:spPr>
          <a:xfrm xmlns:a="http://schemas.openxmlformats.org/drawingml/2006/main">
            <a:off x="8128000" y="5334000"/>
            <a:ext cx="127000" cy="127000"/>
          </a:xfrm>
          <a:prstGeom xmlns:a="http://schemas.openxmlformats.org/drawingml/2006/main" prst="roundRect">
            <a:avLst>
              <a:gd name="adj" fmla="val 20000"/>
            </a:avLst>
          </a:prstGeom>
          <a:solidFill xmlns:a="http://schemas.openxmlformats.org/drawingml/2006/main">
            <a:srgbClr val="111111"/>
          </a:solidFill>
          <a:ln xmlns:a="http://schemas.openxmlformats.org/drawingml/2006/main" w="0">
            <a:solidFill>
              <a:srgbClr val="111111"/>
            </a:solidFill>
            <a:prstDash val="solid"/>
          </a:ln>
        </p:spPr>
      </p:sp>
      <p:sp>
        <p:nvSpPr>
          <p:cNvPr id="25" name="">
            <a:extLst xmlns:a="http://schemas.openxmlformats.org/drawingml/2006/main">
              <a:ext uri="{FF2B5EF4-FFF2-40B4-BE49-F238E27FC236}">
                <a16:creationId xmlns:a16="http://schemas.microsoft.com/office/drawing/2014/main" id="{3F77AD5A-1EB7-4B16-AD81-CCC0217D8533}"/>
              </a:ext>
            </a:extLst>
          </p:cNvPr>
          <p:cNvSpPr>
            <a:spLocks xmlns:a="http://schemas.openxmlformats.org/drawingml/2006/main" noGrp="1"/>
          </p:cNvSpPr>
          <p:nvPr/>
        </p:nvSpPr>
        <p:spPr>
          <a:xfrm xmlns:a="http://schemas.openxmlformats.org/drawingml/2006/main">
            <a:off x="8483600" y="5130800"/>
            <a:ext cx="26416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Keep the original thought as a personal note</a:t>
            </a:r>
          </a:p>
        </p:txBody>
      </p:sp>
    </p:spTree>
    <p:extLst>
      <p:ext uri="{BB962C8B-B14F-4D97-AF65-F5344CB8AC3E}">
        <p14:creationId xmlns:p14="http://schemas.microsoft.com/office/powerpoint/2010/main" val="146250721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eccb8f2b4a141b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8ACA68-2CDC-43BF-B4F6-8072BFB01034}"/>
              </a:ext>
            </a:extLst>
          </p:cNvPr>
          <p:cNvSpPr>
            <a:spLocks xmlns:a="http://schemas.openxmlformats.org/drawingml/2006/main" noGrp="1"/>
          </p:cNvSpPr>
          <p:nvPr/>
        </p:nvSpPr>
        <p:spPr>
          <a:xfrm xmlns:a="http://schemas.openxmlformats.org/drawingml/2006/main">
            <a:off x="762000" y="508000"/>
            <a:ext cx="19050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DB7D04BE-69E2-45C0-A44E-57F78AFA1D8E}"/>
              </a:ext>
            </a:extLst>
          </p:cNvPr>
          <p:cNvSpPr>
            <a:spLocks xmlns:a="http://schemas.openxmlformats.org/drawingml/2006/main" noGrp="1"/>
          </p:cNvSpPr>
          <p:nvPr/>
        </p:nvSpPr>
        <p:spPr>
          <a:xfrm xmlns:a="http://schemas.openxmlformats.org/drawingml/2006/main">
            <a:off x="762000" y="508000"/>
            <a:ext cx="1905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HOW IT WORKS</a:t>
            </a:r>
          </a:p>
        </p:txBody>
      </p:sp>
      <p:sp>
        <p:nvSpPr>
          <p:cNvPr id="4" name="">
            <a:extLst xmlns:a="http://schemas.openxmlformats.org/drawingml/2006/main">
              <a:ext uri="{FF2B5EF4-FFF2-40B4-BE49-F238E27FC236}">
                <a16:creationId xmlns:a16="http://schemas.microsoft.com/office/drawing/2014/main" id="{DA22C971-EB95-4407-840D-69CB9BD73439}"/>
              </a:ext>
            </a:extLst>
          </p:cNvPr>
          <p:cNvSpPr>
            <a:spLocks xmlns:a="http://schemas.openxmlformats.org/drawingml/2006/main" noGrp="1"/>
          </p:cNvSpPr>
          <p:nvPr/>
        </p:nvSpPr>
        <p:spPr>
          <a:xfrm xmlns:a="http://schemas.openxmlformats.org/drawingml/2006/main">
            <a:off x="2819400" y="657225"/>
            <a:ext cx="80518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0873B766-3F97-457F-8DF6-F34B68ACB49F}"/>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1AFFF49B-C091-42FB-B6AB-9BED2F52F944}"/>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04</a:t>
            </a:r>
          </a:p>
        </p:txBody>
      </p:sp>
      <p:sp>
        <p:nvSpPr>
          <p:cNvPr id="7" name="slide-04-title">
            <a:extLst xmlns:a="http://schemas.openxmlformats.org/drawingml/2006/main">
              <a:ext uri="{FF2B5EF4-FFF2-40B4-BE49-F238E27FC236}">
                <a16:creationId xmlns:a16="http://schemas.microsoft.com/office/drawing/2014/main" id="{5C996682-2D7B-47DA-AFAE-E4BA44DA899A}"/>
              </a:ext>
            </a:extLst>
          </p:cNvPr>
          <p:cNvSpPr>
            <a:spLocks xmlns:a="http://schemas.openxmlformats.org/drawingml/2006/main" noGrp="1"/>
          </p:cNvSpPr>
          <p:nvPr/>
        </p:nvSpPr>
        <p:spPr>
          <a:xfrm xmlns:a="http://schemas.openxmlformats.org/drawingml/2006/main">
            <a:off x="762000" y="990600"/>
            <a:ext cx="106680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600" b="1">
                <a:solidFill>
                  <a:srgbClr val="111111"/>
                </a:solidFill>
                <a:latin typeface="Avenir Next"/>
                <a:ea typeface="Avenir Next"/>
                <a:cs typeface="Avenir Next"/>
              </a:defRPr>
            </a:pPr>
            <a:r>
              <a:rPr sz="2600" b="1">
                <a:solidFill>
                  <a:srgbClr val="111111"/>
                </a:solidFill>
                <a:latin typeface="Avenir Next"/>
                <a:ea typeface="Avenir Next"/>
                <a:cs typeface="Avenir Next"/>
              </a:rPr>
              <a:t>One Japanese thought becomes a reusable speaking exercise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099d01ec0f64b52"/>
          <a:stretch xmlns:a="http://schemas.openxmlformats.org/drawingml/2006/main"/>
        </p:blipFill>
        <p:spPr>
          <a:xfrm xmlns:a="http://schemas.openxmlformats.org/drawingml/2006/main">
            <a:off x="1016000" y="1803977"/>
            <a:ext cx="10160000" cy="369454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39588AA-B3B6-4EC4-B518-EF2B9B79D0E6}"/>
              </a:ext>
            </a:extLst>
          </p:cNvPr>
          <p:cNvSpPr>
            <a:spLocks xmlns:a="http://schemas.openxmlformats.org/drawingml/2006/main" noGrp="1"/>
          </p:cNvSpPr>
          <p:nvPr/>
        </p:nvSpPr>
        <p:spPr>
          <a:xfrm xmlns:a="http://schemas.openxmlformats.org/drawingml/2006/main">
            <a:off x="812800" y="5791200"/>
            <a:ext cx="5080000" cy="812800"/>
          </a:xfrm>
          <a:prstGeom xmlns:a="http://schemas.openxmlformats.org/drawingml/2006/main" prst="roundRect">
            <a:avLst>
              <a:gd name="adj" fmla="val 18750"/>
            </a:avLst>
          </a:prstGeom>
          <a:solidFill xmlns:a="http://schemas.openxmlformats.org/drawingml/2006/main">
            <a:srgbClr val="111111"/>
          </a:solidFill>
          <a:ln xmlns:a="http://schemas.openxmlformats.org/drawingml/2006/main" w="0">
            <a:solidFill>
              <a:srgbClr val="111111"/>
            </a:solidFill>
            <a:prstDash val="solid"/>
          </a:ln>
        </p:spPr>
      </p:sp>
      <p:sp>
        <p:nvSpPr>
          <p:cNvPr id="10" name="">
            <a:extLst xmlns:a="http://schemas.openxmlformats.org/drawingml/2006/main">
              <a:ext uri="{FF2B5EF4-FFF2-40B4-BE49-F238E27FC236}">
                <a16:creationId xmlns:a16="http://schemas.microsoft.com/office/drawing/2014/main" id="{68FE0007-9F13-4344-9BCE-AE7F85804424}"/>
              </a:ext>
            </a:extLst>
          </p:cNvPr>
          <p:cNvSpPr>
            <a:spLocks xmlns:a="http://schemas.openxmlformats.org/drawingml/2006/main" noGrp="1"/>
          </p:cNvSpPr>
          <p:nvPr/>
        </p:nvSpPr>
        <p:spPr>
          <a:xfrm xmlns:a="http://schemas.openxmlformats.org/drawingml/2006/main">
            <a:off x="762000" y="5740400"/>
            <a:ext cx="5080000" cy="812800"/>
          </a:xfrm>
          <a:prstGeom xmlns:a="http://schemas.openxmlformats.org/drawingml/2006/main" prst="roundRect">
            <a:avLst>
              <a:gd name="adj" fmla="val 18750"/>
            </a:avLst>
          </a:prstGeom>
          <a:solidFill xmlns:a="http://schemas.openxmlformats.org/drawingml/2006/main">
            <a:srgbClr val="FFF6E7"/>
          </a:solidFill>
          <a:ln xmlns:a="http://schemas.openxmlformats.org/drawingml/2006/main" w="31750">
            <a:solidFill>
              <a:srgbClr val="111111"/>
            </a:solidFill>
            <a:prstDash val="solid"/>
          </a:ln>
        </p:spPr>
      </p:sp>
      <p:sp>
        <p:nvSpPr>
          <p:cNvPr id="11" name="">
            <a:extLst xmlns:a="http://schemas.openxmlformats.org/drawingml/2006/main">
              <a:ext uri="{FF2B5EF4-FFF2-40B4-BE49-F238E27FC236}">
                <a16:creationId xmlns:a16="http://schemas.microsoft.com/office/drawing/2014/main" id="{20E1CE77-CD91-459C-A1DF-49EC8A7881E3}"/>
              </a:ext>
            </a:extLst>
          </p:cNvPr>
          <p:cNvSpPr>
            <a:spLocks xmlns:a="http://schemas.openxmlformats.org/drawingml/2006/main" noGrp="1"/>
          </p:cNvSpPr>
          <p:nvPr/>
        </p:nvSpPr>
        <p:spPr>
          <a:xfrm xmlns:a="http://schemas.openxmlformats.org/drawingml/2006/main">
            <a:off x="965200" y="5854700"/>
            <a:ext cx="4673600" cy="584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111111"/>
                </a:solidFill>
                <a:latin typeface="Hiragino Sans"/>
                <a:ea typeface="Hiragino Sans"/>
                <a:cs typeface="Hiragino Sans"/>
              </a:defRPr>
            </a:pPr>
            <a:r>
              <a:rPr sz="1200" b="1">
                <a:solidFill>
                  <a:srgbClr val="111111"/>
                </a:solidFill>
                <a:latin typeface="Hiragino Sans"/>
                <a:ea typeface="Hiragino Sans"/>
                <a:cs typeface="Hiragino Sans"/>
              </a:rPr>
              <a:t>今日は授業のあと、友達とカフェで新しいプロジェクトについて話した。</a:t>
            </a:r>
          </a:p>
        </p:txBody>
      </p:sp>
      <p:sp>
        <p:nvSpPr>
          <p:cNvPr id="12" name="">
            <a:extLst xmlns:a="http://schemas.openxmlformats.org/drawingml/2006/main">
              <a:ext uri="{FF2B5EF4-FFF2-40B4-BE49-F238E27FC236}">
                <a16:creationId xmlns:a16="http://schemas.microsoft.com/office/drawing/2014/main" id="{93BD38E8-12E0-4F9C-9A8C-3F203B7AD8CD}"/>
              </a:ext>
            </a:extLst>
          </p:cNvPr>
          <p:cNvSpPr>
            <a:spLocks xmlns:a="http://schemas.openxmlformats.org/drawingml/2006/main" noGrp="1"/>
          </p:cNvSpPr>
          <p:nvPr/>
        </p:nvSpPr>
        <p:spPr>
          <a:xfrm xmlns:a="http://schemas.openxmlformats.org/drawingml/2006/main">
            <a:off x="5969000" y="5943600"/>
            <a:ext cx="431800" cy="30480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prstDash val="solid"/>
          </a:ln>
        </p:spPr>
      </p:sp>
      <p:sp>
        <p:nvSpPr>
          <p:cNvPr id="13" name="">
            <a:extLst xmlns:a="http://schemas.openxmlformats.org/drawingml/2006/main">
              <a:ext uri="{FF2B5EF4-FFF2-40B4-BE49-F238E27FC236}">
                <a16:creationId xmlns:a16="http://schemas.microsoft.com/office/drawing/2014/main" id="{EEAA0F0E-605A-4067-92F6-24562424C753}"/>
              </a:ext>
            </a:extLst>
          </p:cNvPr>
          <p:cNvSpPr>
            <a:spLocks xmlns:a="http://schemas.openxmlformats.org/drawingml/2006/main" noGrp="1"/>
          </p:cNvSpPr>
          <p:nvPr/>
        </p:nvSpPr>
        <p:spPr>
          <a:xfrm xmlns:a="http://schemas.openxmlformats.org/drawingml/2006/main">
            <a:off x="6565900" y="5778500"/>
            <a:ext cx="4902200" cy="355600"/>
          </a:xfrm>
          <a:prstGeom xmlns:a="http://schemas.openxmlformats.org/drawingml/2006/main" prst="roundRect">
            <a:avLst>
              <a:gd name="adj" fmla="val 28571"/>
            </a:avLst>
          </a:prstGeom>
          <a:solidFill xmlns:a="http://schemas.openxmlformats.org/drawingml/2006/main">
            <a:srgbClr val="111111"/>
          </a:solidFill>
          <a:ln xmlns:a="http://schemas.openxmlformats.org/drawingml/2006/main" w="0">
            <a:solidFill>
              <a:srgbClr val="111111"/>
            </a:solidFill>
            <a:prstDash val="solid"/>
          </a:ln>
        </p:spPr>
      </p:sp>
      <p:sp>
        <p:nvSpPr>
          <p:cNvPr id="14" name="">
            <a:extLst xmlns:a="http://schemas.openxmlformats.org/drawingml/2006/main">
              <a:ext uri="{FF2B5EF4-FFF2-40B4-BE49-F238E27FC236}">
                <a16:creationId xmlns:a16="http://schemas.microsoft.com/office/drawing/2014/main" id="{B1A0D773-B9DC-444B-BF8C-057CE8EE6C0F}"/>
              </a:ext>
            </a:extLst>
          </p:cNvPr>
          <p:cNvSpPr>
            <a:spLocks xmlns:a="http://schemas.openxmlformats.org/drawingml/2006/main" noGrp="1"/>
          </p:cNvSpPr>
          <p:nvPr/>
        </p:nvSpPr>
        <p:spPr>
          <a:xfrm xmlns:a="http://schemas.openxmlformats.org/drawingml/2006/main">
            <a:off x="6527800" y="5740400"/>
            <a:ext cx="4902200" cy="3556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22225">
            <a:solidFill>
              <a:srgbClr val="111111"/>
            </a:solidFill>
            <a:prstDash val="solid"/>
          </a:ln>
        </p:spPr>
      </p:sp>
      <p:sp>
        <p:nvSpPr>
          <p:cNvPr id="15" name="">
            <a:extLst xmlns:a="http://schemas.openxmlformats.org/drawingml/2006/main">
              <a:ext uri="{FF2B5EF4-FFF2-40B4-BE49-F238E27FC236}">
                <a16:creationId xmlns:a16="http://schemas.microsoft.com/office/drawing/2014/main" id="{8A9ACF05-63B9-4C54-A3CB-5C5F5DB804D3}"/>
              </a:ext>
            </a:extLst>
          </p:cNvPr>
          <p:cNvSpPr>
            <a:spLocks xmlns:a="http://schemas.openxmlformats.org/drawingml/2006/main" noGrp="1"/>
          </p:cNvSpPr>
          <p:nvPr/>
        </p:nvSpPr>
        <p:spPr>
          <a:xfrm xmlns:a="http://schemas.openxmlformats.org/drawingml/2006/main">
            <a:off x="6680200" y="5791200"/>
            <a:ext cx="45974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150" b="1">
                <a:solidFill>
                  <a:srgbClr val="111111"/>
                </a:solidFill>
                <a:latin typeface="Avenir Next"/>
                <a:ea typeface="Avenir Next"/>
                <a:cs typeface="Avenir Next"/>
              </a:defRPr>
            </a:pPr>
            <a:r>
              <a:rPr sz="1150" b="1">
                <a:solidFill>
                  <a:srgbClr val="111111"/>
                </a:solidFill>
                <a:latin typeface="Avenir Next"/>
                <a:ea typeface="Avenir Next"/>
                <a:cs typeface="Avenir Next"/>
              </a:rPr>
              <a:t>I went to a café with a friend after class.</a:t>
            </a:r>
          </a:p>
        </p:txBody>
      </p:sp>
      <p:sp>
        <p:nvSpPr>
          <p:cNvPr id="16" name="">
            <a:extLst xmlns:a="http://schemas.openxmlformats.org/drawingml/2006/main">
              <a:ext uri="{FF2B5EF4-FFF2-40B4-BE49-F238E27FC236}">
                <a16:creationId xmlns:a16="http://schemas.microsoft.com/office/drawing/2014/main" id="{5BE884A0-2F1B-4172-BCA1-694DA1662CEC}"/>
              </a:ext>
            </a:extLst>
          </p:cNvPr>
          <p:cNvSpPr>
            <a:spLocks xmlns:a="http://schemas.openxmlformats.org/drawingml/2006/main" noGrp="1"/>
          </p:cNvSpPr>
          <p:nvPr/>
        </p:nvSpPr>
        <p:spPr>
          <a:xfrm xmlns:a="http://schemas.openxmlformats.org/drawingml/2006/main">
            <a:off x="6565900" y="6235700"/>
            <a:ext cx="4902200" cy="355600"/>
          </a:xfrm>
          <a:prstGeom xmlns:a="http://schemas.openxmlformats.org/drawingml/2006/main" prst="roundRect">
            <a:avLst>
              <a:gd name="adj" fmla="val 28571"/>
            </a:avLst>
          </a:prstGeom>
          <a:solidFill xmlns:a="http://schemas.openxmlformats.org/drawingml/2006/main">
            <a:srgbClr val="111111"/>
          </a:solidFill>
          <a:ln xmlns:a="http://schemas.openxmlformats.org/drawingml/2006/main" w="0">
            <a:solidFill>
              <a:srgbClr val="111111"/>
            </a:solidFill>
            <a:prstDash val="solid"/>
          </a:ln>
        </p:spPr>
      </p:sp>
      <p:sp>
        <p:nvSpPr>
          <p:cNvPr id="17" name="">
            <a:extLst xmlns:a="http://schemas.openxmlformats.org/drawingml/2006/main">
              <a:ext uri="{FF2B5EF4-FFF2-40B4-BE49-F238E27FC236}">
                <a16:creationId xmlns:a16="http://schemas.microsoft.com/office/drawing/2014/main" id="{E783B1D1-9F99-47D8-9D56-65DC548B26B9}"/>
              </a:ext>
            </a:extLst>
          </p:cNvPr>
          <p:cNvSpPr>
            <a:spLocks xmlns:a="http://schemas.openxmlformats.org/drawingml/2006/main" noGrp="1"/>
          </p:cNvSpPr>
          <p:nvPr/>
        </p:nvSpPr>
        <p:spPr>
          <a:xfrm xmlns:a="http://schemas.openxmlformats.org/drawingml/2006/main">
            <a:off x="6527800" y="6197600"/>
            <a:ext cx="4902200" cy="3556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22225">
            <a:solidFill>
              <a:srgbClr val="111111"/>
            </a:solidFill>
            <a:prstDash val="solid"/>
          </a:ln>
        </p:spPr>
      </p:sp>
      <p:sp>
        <p:nvSpPr>
          <p:cNvPr id="18" name="">
            <a:extLst xmlns:a="http://schemas.openxmlformats.org/drawingml/2006/main">
              <a:ext uri="{FF2B5EF4-FFF2-40B4-BE49-F238E27FC236}">
                <a16:creationId xmlns:a16="http://schemas.microsoft.com/office/drawing/2014/main" id="{0E932E10-E547-49C9-B09A-A035A28274C0}"/>
              </a:ext>
            </a:extLst>
          </p:cNvPr>
          <p:cNvSpPr>
            <a:spLocks xmlns:a="http://schemas.openxmlformats.org/drawingml/2006/main" noGrp="1"/>
          </p:cNvSpPr>
          <p:nvPr/>
        </p:nvSpPr>
        <p:spPr>
          <a:xfrm xmlns:a="http://schemas.openxmlformats.org/drawingml/2006/main">
            <a:off x="6680200" y="6248400"/>
            <a:ext cx="45974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150" b="1">
                <a:solidFill>
                  <a:srgbClr val="111111"/>
                </a:solidFill>
                <a:latin typeface="Avenir Next"/>
                <a:ea typeface="Avenir Next"/>
                <a:cs typeface="Avenir Next"/>
              </a:defRPr>
            </a:pPr>
            <a:r>
              <a:rPr sz="1150" b="1">
                <a:solidFill>
                  <a:srgbClr val="111111"/>
                </a:solidFill>
                <a:latin typeface="Avenir Next"/>
                <a:ea typeface="Avenir Next"/>
                <a:cs typeface="Avenir Next"/>
              </a:rPr>
              <a:t>We talked about a new project.</a:t>
            </a:r>
          </a:p>
        </p:txBody>
      </p:sp>
    </p:spTree>
    <p:extLst>
      <p:ext uri="{BB962C8B-B14F-4D97-AF65-F5344CB8AC3E}">
        <p14:creationId xmlns:p14="http://schemas.microsoft.com/office/powerpoint/2010/main" val="2689383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5196f272ebc4d7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7A331D-6D46-424F-A2A3-5A229A7F4B4F}"/>
              </a:ext>
            </a:extLst>
          </p:cNvPr>
          <p:cNvSpPr>
            <a:spLocks xmlns:a="http://schemas.openxmlformats.org/drawingml/2006/main" noGrp="1"/>
          </p:cNvSpPr>
          <p:nvPr/>
        </p:nvSpPr>
        <p:spPr>
          <a:xfrm xmlns:a="http://schemas.openxmlformats.org/drawingml/2006/main">
            <a:off x="762000" y="508000"/>
            <a:ext cx="16256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8C7ABABD-2537-4256-91C8-2124E21A9093}"/>
              </a:ext>
            </a:extLst>
          </p:cNvPr>
          <p:cNvSpPr>
            <a:spLocks xmlns:a="http://schemas.openxmlformats.org/drawingml/2006/main" noGrp="1"/>
          </p:cNvSpPr>
          <p:nvPr/>
        </p:nvSpPr>
        <p:spPr>
          <a:xfrm xmlns:a="http://schemas.openxmlformats.org/drawingml/2006/main">
            <a:off x="762000" y="508000"/>
            <a:ext cx="16256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IN THE APP</a:t>
            </a:r>
          </a:p>
        </p:txBody>
      </p:sp>
      <p:sp>
        <p:nvSpPr>
          <p:cNvPr id="4" name="">
            <a:extLst xmlns:a="http://schemas.openxmlformats.org/drawingml/2006/main">
              <a:ext uri="{FF2B5EF4-FFF2-40B4-BE49-F238E27FC236}">
                <a16:creationId xmlns:a16="http://schemas.microsoft.com/office/drawing/2014/main" id="{72930BEE-0C18-4879-B35C-4A4DFCB02262}"/>
              </a:ext>
            </a:extLst>
          </p:cNvPr>
          <p:cNvSpPr>
            <a:spLocks xmlns:a="http://schemas.openxmlformats.org/drawingml/2006/main" noGrp="1"/>
          </p:cNvSpPr>
          <p:nvPr/>
        </p:nvSpPr>
        <p:spPr>
          <a:xfrm xmlns:a="http://schemas.openxmlformats.org/drawingml/2006/main">
            <a:off x="2540000" y="657225"/>
            <a:ext cx="83312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8BDA3F04-62FB-4F87-9DBC-E647D7505A26}"/>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56D1BD53-9E87-481D-9A63-E9BF0D619222}"/>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05</a:t>
            </a:r>
          </a:p>
        </p:txBody>
      </p:sp>
      <p:sp>
        <p:nvSpPr>
          <p:cNvPr id="7" name="slide-05-title">
            <a:extLst xmlns:a="http://schemas.openxmlformats.org/drawingml/2006/main">
              <a:ext uri="{FF2B5EF4-FFF2-40B4-BE49-F238E27FC236}">
                <a16:creationId xmlns:a16="http://schemas.microsoft.com/office/drawing/2014/main" id="{48DFAB07-09EE-421B-A16B-9E00F578E9A2}"/>
              </a:ext>
            </a:extLst>
          </p:cNvPr>
          <p:cNvSpPr>
            <a:spLocks xmlns:a="http://schemas.openxmlformats.org/drawingml/2006/main" noGrp="1"/>
          </p:cNvSpPr>
          <p:nvPr/>
        </p:nvSpPr>
        <p:spPr>
          <a:xfrm xmlns:a="http://schemas.openxmlformats.org/drawingml/2006/main">
            <a:off x="762000" y="990600"/>
            <a:ext cx="10668000" cy="63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600" b="1">
                <a:solidFill>
                  <a:srgbClr val="111111"/>
                </a:solidFill>
                <a:latin typeface="Avenir Next"/>
                <a:ea typeface="Avenir Next"/>
                <a:cs typeface="Avenir Next"/>
              </a:defRPr>
            </a:pPr>
            <a:r>
              <a:rPr sz="2600" b="1">
                <a:solidFill>
                  <a:srgbClr val="111111"/>
                </a:solidFill>
                <a:latin typeface="Avenir Next"/>
                <a:ea typeface="Avenir Next"/>
                <a:cs typeface="Avenir Next"/>
              </a:rPr>
              <a:t>The main flow stays focused from capture to cards</a:t>
            </a:r>
          </a:p>
        </p:txBody>
      </p:sp>
      <p:sp>
        <p:nvSpPr>
          <p:cNvPr id="8" name="">
            <a:extLst xmlns:a="http://schemas.openxmlformats.org/drawingml/2006/main">
              <a:ext uri="{FF2B5EF4-FFF2-40B4-BE49-F238E27FC236}">
                <a16:creationId xmlns:a16="http://schemas.microsoft.com/office/drawing/2014/main" id="{120F3FF2-6A0F-42E0-B17B-49EC1239DBC6}"/>
              </a:ext>
            </a:extLst>
          </p:cNvPr>
          <p:cNvSpPr>
            <a:spLocks xmlns:a="http://schemas.openxmlformats.org/drawingml/2006/main" noGrp="1"/>
          </p:cNvSpPr>
          <p:nvPr/>
        </p:nvSpPr>
        <p:spPr>
          <a:xfrm xmlns:a="http://schemas.openxmlformats.org/drawingml/2006/main">
            <a:off x="1333500" y="1943100"/>
            <a:ext cx="1778000" cy="3848100"/>
          </a:xfrm>
          <a:prstGeom xmlns:a="http://schemas.openxmlformats.org/drawingml/2006/main" prst="roundRect">
            <a:avLst>
              <a:gd name="adj" fmla="val 14286"/>
            </a:avLst>
          </a:prstGeom>
          <a:solidFill xmlns:a="http://schemas.openxmlformats.org/drawingml/2006/main">
            <a:srgbClr val="111111"/>
          </a:solidFill>
          <a:ln xmlns:a="http://schemas.openxmlformats.org/drawingml/2006/main" w="0">
            <a:solidFill>
              <a:srgbClr val="111111"/>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393990299544d36"/>
          <a:srcRect xmlns:a="http://schemas.openxmlformats.org/drawingml/2006/main" l="0" t="73" r="0" b="73"/>
          <a:stretch xmlns:a="http://schemas.openxmlformats.org/drawingml/2006/main">
            <a:fillRect l="0" t="0" r="0" b="0"/>
          </a:stretch>
        </p:blipFill>
        <p:spPr>
          <a:xfrm xmlns:a="http://schemas.openxmlformats.org/drawingml/2006/main">
            <a:off x="1270000" y="1879600"/>
            <a:ext cx="1778000" cy="3848100"/>
          </a:xfrm>
          <a:prstGeom xmlns:a="http://schemas.openxmlformats.org/drawingml/2006/main" prst="roundRect">
            <a:avLst>
              <a:gd name="adj" fmla="val 14286"/>
            </a:avLst>
          </a:prstGeom>
        </p:spPr>
      </p:pic>
      <p:sp>
        <p:nvSpPr>
          <p:cNvPr id="10" name="">
            <a:extLst xmlns:a="http://schemas.openxmlformats.org/drawingml/2006/main">
              <a:ext uri="{FF2B5EF4-FFF2-40B4-BE49-F238E27FC236}">
                <a16:creationId xmlns:a16="http://schemas.microsoft.com/office/drawing/2014/main" id="{72445071-8937-4BB9-9A28-46A6A8254B19}"/>
              </a:ext>
            </a:extLst>
          </p:cNvPr>
          <p:cNvSpPr>
            <a:spLocks xmlns:a="http://schemas.openxmlformats.org/drawingml/2006/main" noGrp="1"/>
          </p:cNvSpPr>
          <p:nvPr/>
        </p:nvSpPr>
        <p:spPr>
          <a:xfrm xmlns:a="http://schemas.openxmlformats.org/drawingml/2006/main">
            <a:off x="1270000" y="1879600"/>
            <a:ext cx="1778000" cy="3848100"/>
          </a:xfrm>
          <a:prstGeom xmlns:a="http://schemas.openxmlformats.org/drawingml/2006/main" prst="roundRect">
            <a:avLst>
              <a:gd name="adj" fmla="val 14286"/>
            </a:avLst>
          </a:prstGeom>
          <a:noFill xmlns:a="http://schemas.openxmlformats.org/drawingml/2006/main"/>
          <a:ln xmlns:a="http://schemas.openxmlformats.org/drawingml/2006/main" w="28575">
            <a:solidFill>
              <a:srgbClr val="111111"/>
            </a:solidFill>
            <a:prstDash val="solid"/>
          </a:ln>
        </p:spPr>
      </p:sp>
      <p:sp>
        <p:nvSpPr>
          <p:cNvPr id="11" name="">
            <a:extLst xmlns:a="http://schemas.openxmlformats.org/drawingml/2006/main">
              <a:ext uri="{FF2B5EF4-FFF2-40B4-BE49-F238E27FC236}">
                <a16:creationId xmlns:a16="http://schemas.microsoft.com/office/drawing/2014/main" id="{C02EEA83-B008-489E-B442-CB3C29E0F051}"/>
              </a:ext>
            </a:extLst>
          </p:cNvPr>
          <p:cNvSpPr>
            <a:spLocks xmlns:a="http://schemas.openxmlformats.org/drawingml/2006/main" noGrp="1"/>
          </p:cNvSpPr>
          <p:nvPr/>
        </p:nvSpPr>
        <p:spPr>
          <a:xfrm xmlns:a="http://schemas.openxmlformats.org/drawingml/2006/main">
            <a:off x="3873500" y="1943100"/>
            <a:ext cx="1778000" cy="3848100"/>
          </a:xfrm>
          <a:prstGeom xmlns:a="http://schemas.openxmlformats.org/drawingml/2006/main" prst="roundRect">
            <a:avLst>
              <a:gd name="adj" fmla="val 14286"/>
            </a:avLst>
          </a:prstGeom>
          <a:solidFill xmlns:a="http://schemas.openxmlformats.org/drawingml/2006/main">
            <a:srgbClr val="111111"/>
          </a:solidFill>
          <a:ln xmlns:a="http://schemas.openxmlformats.org/drawingml/2006/main" w="0">
            <a:solidFill>
              <a:srgbClr val="111111"/>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7ec80cb339546d4"/>
          <a:srcRect xmlns:a="http://schemas.openxmlformats.org/drawingml/2006/main" l="0" t="73" r="0" b="73"/>
          <a:stretch xmlns:a="http://schemas.openxmlformats.org/drawingml/2006/main">
            <a:fillRect l="0" t="0" r="0" b="0"/>
          </a:stretch>
        </p:blipFill>
        <p:spPr>
          <a:xfrm xmlns:a="http://schemas.openxmlformats.org/drawingml/2006/main">
            <a:off x="3810000" y="1879600"/>
            <a:ext cx="1778000" cy="3848100"/>
          </a:xfrm>
          <a:prstGeom xmlns:a="http://schemas.openxmlformats.org/drawingml/2006/main" prst="roundRect">
            <a:avLst>
              <a:gd name="adj" fmla="val 14286"/>
            </a:avLst>
          </a:prstGeom>
        </p:spPr>
      </p:pic>
      <p:sp>
        <p:nvSpPr>
          <p:cNvPr id="13" name="">
            <a:extLst xmlns:a="http://schemas.openxmlformats.org/drawingml/2006/main">
              <a:ext uri="{FF2B5EF4-FFF2-40B4-BE49-F238E27FC236}">
                <a16:creationId xmlns:a16="http://schemas.microsoft.com/office/drawing/2014/main" id="{F110C01C-C099-4711-AB26-E0553C1F68E5}"/>
              </a:ext>
            </a:extLst>
          </p:cNvPr>
          <p:cNvSpPr>
            <a:spLocks xmlns:a="http://schemas.openxmlformats.org/drawingml/2006/main" noGrp="1"/>
          </p:cNvSpPr>
          <p:nvPr/>
        </p:nvSpPr>
        <p:spPr>
          <a:xfrm xmlns:a="http://schemas.openxmlformats.org/drawingml/2006/main">
            <a:off x="3810000" y="1879600"/>
            <a:ext cx="1778000" cy="3848100"/>
          </a:xfrm>
          <a:prstGeom xmlns:a="http://schemas.openxmlformats.org/drawingml/2006/main" prst="roundRect">
            <a:avLst>
              <a:gd name="adj" fmla="val 14286"/>
            </a:avLst>
          </a:prstGeom>
          <a:noFill xmlns:a="http://schemas.openxmlformats.org/drawingml/2006/main"/>
          <a:ln xmlns:a="http://schemas.openxmlformats.org/drawingml/2006/main" w="28575">
            <a:solidFill>
              <a:srgbClr val="111111"/>
            </a:solidFill>
            <a:prstDash val="solid"/>
          </a:ln>
        </p:spPr>
      </p:sp>
      <p:sp>
        <p:nvSpPr>
          <p:cNvPr id="14" name="">
            <a:extLst xmlns:a="http://schemas.openxmlformats.org/drawingml/2006/main">
              <a:ext uri="{FF2B5EF4-FFF2-40B4-BE49-F238E27FC236}">
                <a16:creationId xmlns:a16="http://schemas.microsoft.com/office/drawing/2014/main" id="{C7D7129A-456E-48C1-92D6-D92FE2CFD621}"/>
              </a:ext>
            </a:extLst>
          </p:cNvPr>
          <p:cNvSpPr>
            <a:spLocks xmlns:a="http://schemas.openxmlformats.org/drawingml/2006/main" noGrp="1"/>
          </p:cNvSpPr>
          <p:nvPr/>
        </p:nvSpPr>
        <p:spPr>
          <a:xfrm xmlns:a="http://schemas.openxmlformats.org/drawingml/2006/main">
            <a:off x="6413500" y="1943100"/>
            <a:ext cx="1778000" cy="3848100"/>
          </a:xfrm>
          <a:prstGeom xmlns:a="http://schemas.openxmlformats.org/drawingml/2006/main" prst="roundRect">
            <a:avLst>
              <a:gd name="adj" fmla="val 14286"/>
            </a:avLst>
          </a:prstGeom>
          <a:solidFill xmlns:a="http://schemas.openxmlformats.org/drawingml/2006/main">
            <a:srgbClr val="111111"/>
          </a:solidFill>
          <a:ln xmlns:a="http://schemas.openxmlformats.org/drawingml/2006/main" w="0">
            <a:solidFill>
              <a:srgbClr val="111111"/>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0d9244578d674c41"/>
          <a:srcRect xmlns:a="http://schemas.openxmlformats.org/drawingml/2006/main" l="0" t="73" r="0" b="73"/>
          <a:stretch xmlns:a="http://schemas.openxmlformats.org/drawingml/2006/main">
            <a:fillRect l="0" t="0" r="0" b="0"/>
          </a:stretch>
        </p:blipFill>
        <p:spPr>
          <a:xfrm xmlns:a="http://schemas.openxmlformats.org/drawingml/2006/main">
            <a:off x="6350000" y="1879600"/>
            <a:ext cx="1778000" cy="3848100"/>
          </a:xfrm>
          <a:prstGeom xmlns:a="http://schemas.openxmlformats.org/drawingml/2006/main" prst="roundRect">
            <a:avLst>
              <a:gd name="adj" fmla="val 14286"/>
            </a:avLst>
          </a:prstGeom>
        </p:spPr>
      </p:pic>
      <p:sp>
        <p:nvSpPr>
          <p:cNvPr id="16" name="">
            <a:extLst xmlns:a="http://schemas.openxmlformats.org/drawingml/2006/main">
              <a:ext uri="{FF2B5EF4-FFF2-40B4-BE49-F238E27FC236}">
                <a16:creationId xmlns:a16="http://schemas.microsoft.com/office/drawing/2014/main" id="{2F194FDB-AB03-43D5-9157-D0CE451FC320}"/>
              </a:ext>
            </a:extLst>
          </p:cNvPr>
          <p:cNvSpPr>
            <a:spLocks xmlns:a="http://schemas.openxmlformats.org/drawingml/2006/main" noGrp="1"/>
          </p:cNvSpPr>
          <p:nvPr/>
        </p:nvSpPr>
        <p:spPr>
          <a:xfrm xmlns:a="http://schemas.openxmlformats.org/drawingml/2006/main">
            <a:off x="6350000" y="1879600"/>
            <a:ext cx="1778000" cy="3848100"/>
          </a:xfrm>
          <a:prstGeom xmlns:a="http://schemas.openxmlformats.org/drawingml/2006/main" prst="roundRect">
            <a:avLst>
              <a:gd name="adj" fmla="val 14286"/>
            </a:avLst>
          </a:prstGeom>
          <a:noFill xmlns:a="http://schemas.openxmlformats.org/drawingml/2006/main"/>
          <a:ln xmlns:a="http://schemas.openxmlformats.org/drawingml/2006/main" w="28575">
            <a:solidFill>
              <a:srgbClr val="111111"/>
            </a:solidFill>
            <a:prstDash val="solid"/>
          </a:ln>
        </p:spPr>
      </p:sp>
      <p:sp>
        <p:nvSpPr>
          <p:cNvPr id="17" name="">
            <a:extLst xmlns:a="http://schemas.openxmlformats.org/drawingml/2006/main">
              <a:ext uri="{FF2B5EF4-FFF2-40B4-BE49-F238E27FC236}">
                <a16:creationId xmlns:a16="http://schemas.microsoft.com/office/drawing/2014/main" id="{99793F70-65EE-4285-BF3B-A15B9D10D66B}"/>
              </a:ext>
            </a:extLst>
          </p:cNvPr>
          <p:cNvSpPr>
            <a:spLocks xmlns:a="http://schemas.openxmlformats.org/drawingml/2006/main" noGrp="1"/>
          </p:cNvSpPr>
          <p:nvPr/>
        </p:nvSpPr>
        <p:spPr>
          <a:xfrm xmlns:a="http://schemas.openxmlformats.org/drawingml/2006/main">
            <a:off x="8953500" y="1943100"/>
            <a:ext cx="1778000" cy="3848100"/>
          </a:xfrm>
          <a:prstGeom xmlns:a="http://schemas.openxmlformats.org/drawingml/2006/main" prst="roundRect">
            <a:avLst>
              <a:gd name="adj" fmla="val 14286"/>
            </a:avLst>
          </a:prstGeom>
          <a:solidFill xmlns:a="http://schemas.openxmlformats.org/drawingml/2006/main">
            <a:srgbClr val="111111"/>
          </a:solidFill>
          <a:ln xmlns:a="http://schemas.openxmlformats.org/drawingml/2006/main" w="0">
            <a:solidFill>
              <a:srgbClr val="111111"/>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6e64faa6cbb84362"/>
          <a:srcRect xmlns:a="http://schemas.openxmlformats.org/drawingml/2006/main" l="0" t="73" r="0" b="73"/>
          <a:stretch xmlns:a="http://schemas.openxmlformats.org/drawingml/2006/main">
            <a:fillRect l="0" t="0" r="0" b="0"/>
          </a:stretch>
        </p:blipFill>
        <p:spPr>
          <a:xfrm xmlns:a="http://schemas.openxmlformats.org/drawingml/2006/main">
            <a:off x="8890000" y="1879600"/>
            <a:ext cx="1778000" cy="3848100"/>
          </a:xfrm>
          <a:prstGeom xmlns:a="http://schemas.openxmlformats.org/drawingml/2006/main" prst="roundRect">
            <a:avLst>
              <a:gd name="adj" fmla="val 14286"/>
            </a:avLst>
          </a:prstGeom>
        </p:spPr>
      </p:pic>
      <p:sp>
        <p:nvSpPr>
          <p:cNvPr id="19" name="">
            <a:extLst xmlns:a="http://schemas.openxmlformats.org/drawingml/2006/main">
              <a:ext uri="{FF2B5EF4-FFF2-40B4-BE49-F238E27FC236}">
                <a16:creationId xmlns:a16="http://schemas.microsoft.com/office/drawing/2014/main" id="{0EEF1D8F-92F3-445D-AE8D-382B1A25AE59}"/>
              </a:ext>
            </a:extLst>
          </p:cNvPr>
          <p:cNvSpPr>
            <a:spLocks xmlns:a="http://schemas.openxmlformats.org/drawingml/2006/main" noGrp="1"/>
          </p:cNvSpPr>
          <p:nvPr/>
        </p:nvSpPr>
        <p:spPr>
          <a:xfrm xmlns:a="http://schemas.openxmlformats.org/drawingml/2006/main">
            <a:off x="8890000" y="1879600"/>
            <a:ext cx="1778000" cy="3848100"/>
          </a:xfrm>
          <a:prstGeom xmlns:a="http://schemas.openxmlformats.org/drawingml/2006/main" prst="roundRect">
            <a:avLst>
              <a:gd name="adj" fmla="val 14286"/>
            </a:avLst>
          </a:prstGeom>
          <a:noFill xmlns:a="http://schemas.openxmlformats.org/drawingml/2006/main"/>
          <a:ln xmlns:a="http://schemas.openxmlformats.org/drawingml/2006/main" w="28575">
            <a:solidFill>
              <a:srgbClr val="111111"/>
            </a:solidFill>
            <a:prstDash val="solid"/>
          </a:ln>
        </p:spPr>
      </p:sp>
      <p:sp>
        <p:nvSpPr>
          <p:cNvPr id="20" name="">
            <a:extLst xmlns:a="http://schemas.openxmlformats.org/drawingml/2006/main">
              <a:ext uri="{FF2B5EF4-FFF2-40B4-BE49-F238E27FC236}">
                <a16:creationId xmlns:a16="http://schemas.microsoft.com/office/drawing/2014/main" id="{DB8511AD-3561-412A-A790-611AA5B8E9C9}"/>
              </a:ext>
            </a:extLst>
          </p:cNvPr>
          <p:cNvSpPr>
            <a:spLocks xmlns:a="http://schemas.openxmlformats.org/drawingml/2006/main" noGrp="1"/>
          </p:cNvSpPr>
          <p:nvPr/>
        </p:nvSpPr>
        <p:spPr>
          <a:xfrm xmlns:a="http://schemas.openxmlformats.org/drawingml/2006/main">
            <a:off x="2476500" y="5969000"/>
            <a:ext cx="1905000" cy="3048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21" name="">
            <a:extLst xmlns:a="http://schemas.openxmlformats.org/drawingml/2006/main">
              <a:ext uri="{FF2B5EF4-FFF2-40B4-BE49-F238E27FC236}">
                <a16:creationId xmlns:a16="http://schemas.microsoft.com/office/drawing/2014/main" id="{AC35C536-B9CD-4884-9733-4F849C0CCF92}"/>
              </a:ext>
            </a:extLst>
          </p:cNvPr>
          <p:cNvSpPr>
            <a:spLocks xmlns:a="http://schemas.openxmlformats.org/drawingml/2006/main" noGrp="1"/>
          </p:cNvSpPr>
          <p:nvPr/>
        </p:nvSpPr>
        <p:spPr>
          <a:xfrm xmlns:a="http://schemas.openxmlformats.org/drawingml/2006/main">
            <a:off x="2476500" y="59690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CAPTURE</a:t>
            </a:r>
          </a:p>
        </p:txBody>
      </p:sp>
      <p:sp>
        <p:nvSpPr>
          <p:cNvPr id="22" name="">
            <a:extLst xmlns:a="http://schemas.openxmlformats.org/drawingml/2006/main">
              <a:ext uri="{FF2B5EF4-FFF2-40B4-BE49-F238E27FC236}">
                <a16:creationId xmlns:a16="http://schemas.microsoft.com/office/drawing/2014/main" id="{2DCEC4CC-ECBF-4AA0-82CC-899AE346DE35}"/>
              </a:ext>
            </a:extLst>
          </p:cNvPr>
          <p:cNvSpPr>
            <a:spLocks xmlns:a="http://schemas.openxmlformats.org/drawingml/2006/main" noGrp="1"/>
          </p:cNvSpPr>
          <p:nvPr/>
        </p:nvSpPr>
        <p:spPr>
          <a:xfrm xmlns:a="http://schemas.openxmlformats.org/drawingml/2006/main">
            <a:off x="6540500" y="5969000"/>
            <a:ext cx="1397000" cy="3048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23" name="">
            <a:extLst xmlns:a="http://schemas.openxmlformats.org/drawingml/2006/main">
              <a:ext uri="{FF2B5EF4-FFF2-40B4-BE49-F238E27FC236}">
                <a16:creationId xmlns:a16="http://schemas.microsoft.com/office/drawing/2014/main" id="{9D332BF2-355D-4AA5-8FD6-61A29AD729C9}"/>
              </a:ext>
            </a:extLst>
          </p:cNvPr>
          <p:cNvSpPr>
            <a:spLocks xmlns:a="http://schemas.openxmlformats.org/drawingml/2006/main" noGrp="1"/>
          </p:cNvSpPr>
          <p:nvPr/>
        </p:nvSpPr>
        <p:spPr>
          <a:xfrm xmlns:a="http://schemas.openxmlformats.org/drawingml/2006/main">
            <a:off x="6540500" y="5969000"/>
            <a:ext cx="139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GENERATE</a:t>
            </a:r>
          </a:p>
        </p:txBody>
      </p:sp>
      <p:sp>
        <p:nvSpPr>
          <p:cNvPr id="24" name="">
            <a:extLst xmlns:a="http://schemas.openxmlformats.org/drawingml/2006/main">
              <a:ext uri="{FF2B5EF4-FFF2-40B4-BE49-F238E27FC236}">
                <a16:creationId xmlns:a16="http://schemas.microsoft.com/office/drawing/2014/main" id="{E2B71153-93A3-4502-BA65-D00FC6B0A1FC}"/>
              </a:ext>
            </a:extLst>
          </p:cNvPr>
          <p:cNvSpPr>
            <a:spLocks xmlns:a="http://schemas.openxmlformats.org/drawingml/2006/main" noGrp="1"/>
          </p:cNvSpPr>
          <p:nvPr/>
        </p:nvSpPr>
        <p:spPr>
          <a:xfrm xmlns:a="http://schemas.openxmlformats.org/drawingml/2006/main">
            <a:off x="9080500" y="5969000"/>
            <a:ext cx="1397000" cy="3048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25" name="">
            <a:extLst xmlns:a="http://schemas.openxmlformats.org/drawingml/2006/main">
              <a:ext uri="{FF2B5EF4-FFF2-40B4-BE49-F238E27FC236}">
                <a16:creationId xmlns:a16="http://schemas.microsoft.com/office/drawing/2014/main" id="{EE985616-7AB8-4630-8F94-34A30743C146}"/>
              </a:ext>
            </a:extLst>
          </p:cNvPr>
          <p:cNvSpPr>
            <a:spLocks xmlns:a="http://schemas.openxmlformats.org/drawingml/2006/main" noGrp="1"/>
          </p:cNvSpPr>
          <p:nvPr/>
        </p:nvSpPr>
        <p:spPr>
          <a:xfrm xmlns:a="http://schemas.openxmlformats.org/drawingml/2006/main">
            <a:off x="9080500" y="5969000"/>
            <a:ext cx="139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PRACTICE</a:t>
            </a:r>
          </a:p>
        </p:txBody>
      </p:sp>
    </p:spTree>
    <p:extLst>
      <p:ext uri="{BB962C8B-B14F-4D97-AF65-F5344CB8AC3E}">
        <p14:creationId xmlns:p14="http://schemas.microsoft.com/office/powerpoint/2010/main" val="120135833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328304063d5400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868493-7232-4F24-97E0-5097DA5F5C88}"/>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C8BE486C-7B71-41BA-AE35-9B24A93F4390}"/>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SURFACES</a:t>
            </a:r>
          </a:p>
        </p:txBody>
      </p:sp>
      <p:sp>
        <p:nvSpPr>
          <p:cNvPr id="4" name="">
            <a:extLst xmlns:a="http://schemas.openxmlformats.org/drawingml/2006/main">
              <a:ext uri="{FF2B5EF4-FFF2-40B4-BE49-F238E27FC236}">
                <a16:creationId xmlns:a16="http://schemas.microsoft.com/office/drawing/2014/main" id="{F0590B4B-D84F-4246-959D-AB038AC6ED96}"/>
              </a:ext>
            </a:extLst>
          </p:cNvPr>
          <p:cNvSpPr>
            <a:spLocks xmlns:a="http://schemas.openxmlformats.org/drawingml/2006/main" noGrp="1"/>
          </p:cNvSpPr>
          <p:nvPr/>
        </p:nvSpPr>
        <p:spPr>
          <a:xfrm xmlns:a="http://schemas.openxmlformats.org/drawingml/2006/main">
            <a:off x="2235200" y="657225"/>
            <a:ext cx="86360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B2987832-404E-451D-B8DE-4216AD865655}"/>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37FC08B5-0910-4B89-B84E-A907FF9C3228}"/>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06</a:t>
            </a:r>
          </a:p>
        </p:txBody>
      </p:sp>
      <p:sp>
        <p:nvSpPr>
          <p:cNvPr id="7" name="slide-06-title">
            <a:extLst xmlns:a="http://schemas.openxmlformats.org/drawingml/2006/main">
              <a:ext uri="{FF2B5EF4-FFF2-40B4-BE49-F238E27FC236}">
                <a16:creationId xmlns:a16="http://schemas.microsoft.com/office/drawing/2014/main" id="{8FEFC3DC-E251-4037-8EA4-370E19446475}"/>
              </a:ext>
            </a:extLst>
          </p:cNvPr>
          <p:cNvSpPr>
            <a:spLocks xmlns:a="http://schemas.openxmlformats.org/drawingml/2006/main" noGrp="1"/>
          </p:cNvSpPr>
          <p:nvPr/>
        </p:nvSpPr>
        <p:spPr>
          <a:xfrm xmlns:a="http://schemas.openxmlformats.org/drawingml/2006/main">
            <a:off x="762000" y="990600"/>
            <a:ext cx="10668000" cy="63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700" b="1">
                <a:solidFill>
                  <a:srgbClr val="111111"/>
                </a:solidFill>
                <a:latin typeface="Avenir Next"/>
                <a:ea typeface="Avenir Next"/>
                <a:cs typeface="Avenir Next"/>
              </a:defRPr>
            </a:pPr>
            <a:r>
              <a:rPr sz="2700" b="1">
                <a:solidFill>
                  <a:srgbClr val="111111"/>
                </a:solidFill>
                <a:latin typeface="Avenir Next"/>
                <a:ea typeface="Avenir Next"/>
                <a:cs typeface="Avenir Next"/>
              </a:rPr>
              <a:t>Capture, remember, practice, and customize</a:t>
            </a:r>
          </a:p>
        </p:txBody>
      </p:sp>
      <p:sp>
        <p:nvSpPr>
          <p:cNvPr id="8" name="">
            <a:extLst xmlns:a="http://schemas.openxmlformats.org/drawingml/2006/main">
              <a:ext uri="{FF2B5EF4-FFF2-40B4-BE49-F238E27FC236}">
                <a16:creationId xmlns:a16="http://schemas.microsoft.com/office/drawing/2014/main" id="{FB2B8D07-DDC4-4F31-8B0C-15A69E643BB0}"/>
              </a:ext>
            </a:extLst>
          </p:cNvPr>
          <p:cNvSpPr>
            <a:spLocks xmlns:a="http://schemas.openxmlformats.org/drawingml/2006/main" noGrp="1"/>
          </p:cNvSpPr>
          <p:nvPr/>
        </p:nvSpPr>
        <p:spPr>
          <a:xfrm xmlns:a="http://schemas.openxmlformats.org/drawingml/2006/main">
            <a:off x="952500" y="1968500"/>
            <a:ext cx="1905000" cy="4127500"/>
          </a:xfrm>
          <a:prstGeom xmlns:a="http://schemas.openxmlformats.org/drawingml/2006/main" prst="roundRect">
            <a:avLst>
              <a:gd name="adj" fmla="val 13333"/>
            </a:avLst>
          </a:prstGeom>
          <a:solidFill xmlns:a="http://schemas.openxmlformats.org/drawingml/2006/main">
            <a:srgbClr val="111111"/>
          </a:solidFill>
          <a:ln xmlns:a="http://schemas.openxmlformats.org/drawingml/2006/main" w="0">
            <a:solidFill>
              <a:srgbClr val="111111"/>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4fe4cfefede47eb"/>
          <a:srcRect xmlns:a="http://schemas.openxmlformats.org/drawingml/2006/main" l="0" t="18" r="0" b="18"/>
          <a:stretch xmlns:a="http://schemas.openxmlformats.org/drawingml/2006/main">
            <a:fillRect l="0" t="0" r="0" b="0"/>
          </a:stretch>
        </p:blipFill>
        <p:spPr>
          <a:xfrm xmlns:a="http://schemas.openxmlformats.org/drawingml/2006/main">
            <a:off x="889000" y="1905000"/>
            <a:ext cx="1905000" cy="4127500"/>
          </a:xfrm>
          <a:prstGeom xmlns:a="http://schemas.openxmlformats.org/drawingml/2006/main" prst="roundRect">
            <a:avLst>
              <a:gd name="adj" fmla="val 13333"/>
            </a:avLst>
          </a:prstGeom>
        </p:spPr>
      </p:pic>
      <p:sp>
        <p:nvSpPr>
          <p:cNvPr id="10" name="">
            <a:extLst xmlns:a="http://schemas.openxmlformats.org/drawingml/2006/main">
              <a:ext uri="{FF2B5EF4-FFF2-40B4-BE49-F238E27FC236}">
                <a16:creationId xmlns:a16="http://schemas.microsoft.com/office/drawing/2014/main" id="{DBA5A2FD-177D-42A0-8911-F6BBFF27D89D}"/>
              </a:ext>
            </a:extLst>
          </p:cNvPr>
          <p:cNvSpPr>
            <a:spLocks xmlns:a="http://schemas.openxmlformats.org/drawingml/2006/main" noGrp="1"/>
          </p:cNvSpPr>
          <p:nvPr/>
        </p:nvSpPr>
        <p:spPr>
          <a:xfrm xmlns:a="http://schemas.openxmlformats.org/drawingml/2006/main">
            <a:off x="889000" y="1905000"/>
            <a:ext cx="1905000" cy="4127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11111"/>
            </a:solidFill>
            <a:prstDash val="solid"/>
          </a:ln>
        </p:spPr>
      </p:sp>
      <p:sp>
        <p:nvSpPr>
          <p:cNvPr id="11" name="">
            <a:extLst xmlns:a="http://schemas.openxmlformats.org/drawingml/2006/main">
              <a:ext uri="{FF2B5EF4-FFF2-40B4-BE49-F238E27FC236}">
                <a16:creationId xmlns:a16="http://schemas.microsoft.com/office/drawing/2014/main" id="{6DA8958E-E254-4A3A-B72D-1234B697D60B}"/>
              </a:ext>
            </a:extLst>
          </p:cNvPr>
          <p:cNvSpPr>
            <a:spLocks xmlns:a="http://schemas.openxmlformats.org/drawingml/2006/main" noGrp="1"/>
          </p:cNvSpPr>
          <p:nvPr/>
        </p:nvSpPr>
        <p:spPr>
          <a:xfrm xmlns:a="http://schemas.openxmlformats.org/drawingml/2006/main">
            <a:off x="1219200" y="6197600"/>
            <a:ext cx="12446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12" name="">
            <a:extLst xmlns:a="http://schemas.openxmlformats.org/drawingml/2006/main">
              <a:ext uri="{FF2B5EF4-FFF2-40B4-BE49-F238E27FC236}">
                <a16:creationId xmlns:a16="http://schemas.microsoft.com/office/drawing/2014/main" id="{B0F44937-7E3F-4658-B1F4-BB7C25054191}"/>
              </a:ext>
            </a:extLst>
          </p:cNvPr>
          <p:cNvSpPr>
            <a:spLocks xmlns:a="http://schemas.openxmlformats.org/drawingml/2006/main" noGrp="1"/>
          </p:cNvSpPr>
          <p:nvPr/>
        </p:nvSpPr>
        <p:spPr>
          <a:xfrm xmlns:a="http://schemas.openxmlformats.org/drawingml/2006/main">
            <a:off x="1219200" y="6197600"/>
            <a:ext cx="124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NOTES</a:t>
            </a:r>
          </a:p>
        </p:txBody>
      </p:sp>
      <p:sp>
        <p:nvSpPr>
          <p:cNvPr id="13" name="">
            <a:extLst xmlns:a="http://schemas.openxmlformats.org/drawingml/2006/main">
              <a:ext uri="{FF2B5EF4-FFF2-40B4-BE49-F238E27FC236}">
                <a16:creationId xmlns:a16="http://schemas.microsoft.com/office/drawing/2014/main" id="{5F531C1C-A4A0-4BD5-A48F-FB0875CC00B0}"/>
              </a:ext>
            </a:extLst>
          </p:cNvPr>
          <p:cNvSpPr>
            <a:spLocks xmlns:a="http://schemas.openxmlformats.org/drawingml/2006/main" noGrp="1"/>
          </p:cNvSpPr>
          <p:nvPr/>
        </p:nvSpPr>
        <p:spPr>
          <a:xfrm xmlns:a="http://schemas.openxmlformats.org/drawingml/2006/main">
            <a:off x="3238500" y="1968500"/>
            <a:ext cx="1905000" cy="4127500"/>
          </a:xfrm>
          <a:prstGeom xmlns:a="http://schemas.openxmlformats.org/drawingml/2006/main" prst="roundRect">
            <a:avLst>
              <a:gd name="adj" fmla="val 13333"/>
            </a:avLst>
          </a:prstGeom>
          <a:solidFill xmlns:a="http://schemas.openxmlformats.org/drawingml/2006/main">
            <a:srgbClr val="111111"/>
          </a:solidFill>
          <a:ln xmlns:a="http://schemas.openxmlformats.org/drawingml/2006/main" w="0">
            <a:solidFill>
              <a:srgbClr val="111111"/>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f51dc34ee33d4b69"/>
          <a:srcRect xmlns:a="http://schemas.openxmlformats.org/drawingml/2006/main" l="0" t="18" r="0" b="18"/>
          <a:stretch xmlns:a="http://schemas.openxmlformats.org/drawingml/2006/main">
            <a:fillRect l="0" t="0" r="0" b="0"/>
          </a:stretch>
        </p:blipFill>
        <p:spPr>
          <a:xfrm xmlns:a="http://schemas.openxmlformats.org/drawingml/2006/main">
            <a:off x="3175000" y="1905000"/>
            <a:ext cx="1905000" cy="4127500"/>
          </a:xfrm>
          <a:prstGeom xmlns:a="http://schemas.openxmlformats.org/drawingml/2006/main" prst="roundRect">
            <a:avLst>
              <a:gd name="adj" fmla="val 13333"/>
            </a:avLst>
          </a:prstGeom>
        </p:spPr>
      </p:pic>
      <p:sp>
        <p:nvSpPr>
          <p:cNvPr id="15" name="">
            <a:extLst xmlns:a="http://schemas.openxmlformats.org/drawingml/2006/main">
              <a:ext uri="{FF2B5EF4-FFF2-40B4-BE49-F238E27FC236}">
                <a16:creationId xmlns:a16="http://schemas.microsoft.com/office/drawing/2014/main" id="{38570435-9FD0-49A9-92A3-CFB998B9CC16}"/>
              </a:ext>
            </a:extLst>
          </p:cNvPr>
          <p:cNvSpPr>
            <a:spLocks xmlns:a="http://schemas.openxmlformats.org/drawingml/2006/main" noGrp="1"/>
          </p:cNvSpPr>
          <p:nvPr/>
        </p:nvSpPr>
        <p:spPr>
          <a:xfrm xmlns:a="http://schemas.openxmlformats.org/drawingml/2006/main">
            <a:off x="3175000" y="1905000"/>
            <a:ext cx="1905000" cy="4127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11111"/>
            </a:solidFill>
            <a:prstDash val="solid"/>
          </a:ln>
        </p:spPr>
      </p:sp>
      <p:sp>
        <p:nvSpPr>
          <p:cNvPr id="16" name="">
            <a:extLst xmlns:a="http://schemas.openxmlformats.org/drawingml/2006/main">
              <a:ext uri="{FF2B5EF4-FFF2-40B4-BE49-F238E27FC236}">
                <a16:creationId xmlns:a16="http://schemas.microsoft.com/office/drawing/2014/main" id="{4BD35CBD-F700-4B0A-9382-F16B009B7A00}"/>
              </a:ext>
            </a:extLst>
          </p:cNvPr>
          <p:cNvSpPr>
            <a:spLocks xmlns:a="http://schemas.openxmlformats.org/drawingml/2006/main" noGrp="1"/>
          </p:cNvSpPr>
          <p:nvPr/>
        </p:nvSpPr>
        <p:spPr>
          <a:xfrm xmlns:a="http://schemas.openxmlformats.org/drawingml/2006/main">
            <a:off x="3505200" y="6197600"/>
            <a:ext cx="12446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17" name="">
            <a:extLst xmlns:a="http://schemas.openxmlformats.org/drawingml/2006/main">
              <a:ext uri="{FF2B5EF4-FFF2-40B4-BE49-F238E27FC236}">
                <a16:creationId xmlns:a16="http://schemas.microsoft.com/office/drawing/2014/main" id="{3DA2534A-28A0-4EBD-9965-82C347278402}"/>
              </a:ext>
            </a:extLst>
          </p:cNvPr>
          <p:cNvSpPr>
            <a:spLocks xmlns:a="http://schemas.openxmlformats.org/drawingml/2006/main" noGrp="1"/>
          </p:cNvSpPr>
          <p:nvPr/>
        </p:nvSpPr>
        <p:spPr>
          <a:xfrm xmlns:a="http://schemas.openxmlformats.org/drawingml/2006/main">
            <a:off x="3505200" y="6197600"/>
            <a:ext cx="124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PHRASES</a:t>
            </a:r>
          </a:p>
        </p:txBody>
      </p:sp>
      <p:sp>
        <p:nvSpPr>
          <p:cNvPr id="18" name="">
            <a:extLst xmlns:a="http://schemas.openxmlformats.org/drawingml/2006/main">
              <a:ext uri="{FF2B5EF4-FFF2-40B4-BE49-F238E27FC236}">
                <a16:creationId xmlns:a16="http://schemas.microsoft.com/office/drawing/2014/main" id="{9389F1F6-14EF-454F-8F06-47DD4F6CE548}"/>
              </a:ext>
            </a:extLst>
          </p:cNvPr>
          <p:cNvSpPr>
            <a:spLocks xmlns:a="http://schemas.openxmlformats.org/drawingml/2006/main" noGrp="1"/>
          </p:cNvSpPr>
          <p:nvPr/>
        </p:nvSpPr>
        <p:spPr>
          <a:xfrm xmlns:a="http://schemas.openxmlformats.org/drawingml/2006/main">
            <a:off x="5524500" y="1968500"/>
            <a:ext cx="1905000" cy="4127500"/>
          </a:xfrm>
          <a:prstGeom xmlns:a="http://schemas.openxmlformats.org/drawingml/2006/main" prst="roundRect">
            <a:avLst>
              <a:gd name="adj" fmla="val 13333"/>
            </a:avLst>
          </a:prstGeom>
          <a:solidFill xmlns:a="http://schemas.openxmlformats.org/drawingml/2006/main">
            <a:srgbClr val="111111"/>
          </a:solidFill>
          <a:ln xmlns:a="http://schemas.openxmlformats.org/drawingml/2006/main" w="0">
            <a:solidFill>
              <a:srgbClr val="111111"/>
            </a:solidFill>
            <a:prstDash val="solid"/>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e81ac39ec61741d0"/>
          <a:srcRect xmlns:a="http://schemas.openxmlformats.org/drawingml/2006/main" l="0" t="18" r="0" b="18"/>
          <a:stretch xmlns:a="http://schemas.openxmlformats.org/drawingml/2006/main">
            <a:fillRect l="0" t="0" r="0" b="0"/>
          </a:stretch>
        </p:blipFill>
        <p:spPr>
          <a:xfrm xmlns:a="http://schemas.openxmlformats.org/drawingml/2006/main">
            <a:off x="5461000" y="1905000"/>
            <a:ext cx="1905000" cy="4127500"/>
          </a:xfrm>
          <a:prstGeom xmlns:a="http://schemas.openxmlformats.org/drawingml/2006/main" prst="roundRect">
            <a:avLst>
              <a:gd name="adj" fmla="val 13333"/>
            </a:avLst>
          </a:prstGeom>
        </p:spPr>
      </p:pic>
      <p:sp>
        <p:nvSpPr>
          <p:cNvPr id="20" name="">
            <a:extLst xmlns:a="http://schemas.openxmlformats.org/drawingml/2006/main">
              <a:ext uri="{FF2B5EF4-FFF2-40B4-BE49-F238E27FC236}">
                <a16:creationId xmlns:a16="http://schemas.microsoft.com/office/drawing/2014/main" id="{17C49A0E-23EF-4F23-8B92-375825C2B53B}"/>
              </a:ext>
            </a:extLst>
          </p:cNvPr>
          <p:cNvSpPr>
            <a:spLocks xmlns:a="http://schemas.openxmlformats.org/drawingml/2006/main" noGrp="1"/>
          </p:cNvSpPr>
          <p:nvPr/>
        </p:nvSpPr>
        <p:spPr>
          <a:xfrm xmlns:a="http://schemas.openxmlformats.org/drawingml/2006/main">
            <a:off x="5461000" y="1905000"/>
            <a:ext cx="1905000" cy="4127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11111"/>
            </a:solidFill>
            <a:prstDash val="solid"/>
          </a:ln>
        </p:spPr>
      </p:sp>
      <p:sp>
        <p:nvSpPr>
          <p:cNvPr id="21" name="">
            <a:extLst xmlns:a="http://schemas.openxmlformats.org/drawingml/2006/main">
              <a:ext uri="{FF2B5EF4-FFF2-40B4-BE49-F238E27FC236}">
                <a16:creationId xmlns:a16="http://schemas.microsoft.com/office/drawing/2014/main" id="{0E0DA0BD-564B-4601-A9BD-17B525E8A1E4}"/>
              </a:ext>
            </a:extLst>
          </p:cNvPr>
          <p:cNvSpPr>
            <a:spLocks xmlns:a="http://schemas.openxmlformats.org/drawingml/2006/main" noGrp="1"/>
          </p:cNvSpPr>
          <p:nvPr/>
        </p:nvSpPr>
        <p:spPr>
          <a:xfrm xmlns:a="http://schemas.openxmlformats.org/drawingml/2006/main">
            <a:off x="5791200" y="6197600"/>
            <a:ext cx="12446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22" name="">
            <a:extLst xmlns:a="http://schemas.openxmlformats.org/drawingml/2006/main">
              <a:ext uri="{FF2B5EF4-FFF2-40B4-BE49-F238E27FC236}">
                <a16:creationId xmlns:a16="http://schemas.microsoft.com/office/drawing/2014/main" id="{48C92A39-BB98-433F-A185-86A0063774F8}"/>
              </a:ext>
            </a:extLst>
          </p:cNvPr>
          <p:cNvSpPr>
            <a:spLocks xmlns:a="http://schemas.openxmlformats.org/drawingml/2006/main" noGrp="1"/>
          </p:cNvSpPr>
          <p:nvPr/>
        </p:nvSpPr>
        <p:spPr>
          <a:xfrm xmlns:a="http://schemas.openxmlformats.org/drawingml/2006/main">
            <a:off x="5791200" y="6197600"/>
            <a:ext cx="1244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CUSTOM</a:t>
            </a:r>
          </a:p>
        </p:txBody>
      </p:sp>
      <p:sp>
        <p:nvSpPr>
          <p:cNvPr id="23" name="">
            <a:extLst xmlns:a="http://schemas.openxmlformats.org/drawingml/2006/main">
              <a:ext uri="{FF2B5EF4-FFF2-40B4-BE49-F238E27FC236}">
                <a16:creationId xmlns:a16="http://schemas.microsoft.com/office/drawing/2014/main" id="{F5BB234A-39BF-4031-9AEA-3111492B6C39}"/>
              </a:ext>
            </a:extLst>
          </p:cNvPr>
          <p:cNvSpPr>
            <a:spLocks xmlns:a="http://schemas.openxmlformats.org/drawingml/2006/main" noGrp="1"/>
          </p:cNvSpPr>
          <p:nvPr/>
        </p:nvSpPr>
        <p:spPr>
          <a:xfrm xmlns:a="http://schemas.openxmlformats.org/drawingml/2006/main">
            <a:off x="8166100" y="2044700"/>
            <a:ext cx="3302000" cy="914400"/>
          </a:xfrm>
          <a:prstGeom xmlns:a="http://schemas.openxmlformats.org/drawingml/2006/main" prst="roundRect">
            <a:avLst>
              <a:gd name="adj" fmla="val 11111"/>
            </a:avLst>
          </a:prstGeom>
          <a:solidFill xmlns:a="http://schemas.openxmlformats.org/drawingml/2006/main">
            <a:srgbClr val="111111"/>
          </a:solidFill>
          <a:ln xmlns:a="http://schemas.openxmlformats.org/drawingml/2006/main" w="0">
            <a:solidFill>
              <a:srgbClr val="111111"/>
            </a:solidFill>
            <a:prstDash val="solid"/>
          </a:ln>
        </p:spPr>
      </p:sp>
      <p:sp>
        <p:nvSpPr>
          <p:cNvPr id="24" name="">
            <a:extLst xmlns:a="http://schemas.openxmlformats.org/drawingml/2006/main">
              <a:ext uri="{FF2B5EF4-FFF2-40B4-BE49-F238E27FC236}">
                <a16:creationId xmlns:a16="http://schemas.microsoft.com/office/drawing/2014/main" id="{110B8AB5-7AD2-4187-AC34-4EF1D11BA464}"/>
              </a:ext>
            </a:extLst>
          </p:cNvPr>
          <p:cNvSpPr>
            <a:spLocks xmlns:a="http://schemas.openxmlformats.org/drawingml/2006/main" noGrp="1"/>
          </p:cNvSpPr>
          <p:nvPr/>
        </p:nvSpPr>
        <p:spPr>
          <a:xfrm xmlns:a="http://schemas.openxmlformats.org/drawingml/2006/main">
            <a:off x="8128000" y="2006600"/>
            <a:ext cx="3302000" cy="9144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22225">
            <a:solidFill>
              <a:srgbClr val="111111"/>
            </a:solidFill>
            <a:prstDash val="solid"/>
          </a:ln>
        </p:spPr>
      </p:sp>
      <p:sp>
        <p:nvSpPr>
          <p:cNvPr id="25" name="">
            <a:extLst xmlns:a="http://schemas.openxmlformats.org/drawingml/2006/main">
              <a:ext uri="{FF2B5EF4-FFF2-40B4-BE49-F238E27FC236}">
                <a16:creationId xmlns:a16="http://schemas.microsoft.com/office/drawing/2014/main" id="{9E24C19A-E94A-42F3-801E-8914DD1D6A96}"/>
              </a:ext>
            </a:extLst>
          </p:cNvPr>
          <p:cNvSpPr>
            <a:spLocks xmlns:a="http://schemas.openxmlformats.org/drawingml/2006/main" noGrp="1"/>
          </p:cNvSpPr>
          <p:nvPr/>
        </p:nvSpPr>
        <p:spPr>
          <a:xfrm xmlns:a="http://schemas.openxmlformats.org/drawingml/2006/main">
            <a:off x="8305800" y="2286000"/>
            <a:ext cx="914400" cy="3556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26" name="">
            <a:extLst xmlns:a="http://schemas.openxmlformats.org/drawingml/2006/main">
              <a:ext uri="{FF2B5EF4-FFF2-40B4-BE49-F238E27FC236}">
                <a16:creationId xmlns:a16="http://schemas.microsoft.com/office/drawing/2014/main" id="{9A3F5918-FB79-49AC-9976-201736C6013D}"/>
              </a:ext>
            </a:extLst>
          </p:cNvPr>
          <p:cNvSpPr>
            <a:spLocks xmlns:a="http://schemas.openxmlformats.org/drawingml/2006/main" noGrp="1"/>
          </p:cNvSpPr>
          <p:nvPr/>
        </p:nvSpPr>
        <p:spPr>
          <a:xfrm xmlns:a="http://schemas.openxmlformats.org/drawingml/2006/main">
            <a:off x="8305800" y="2286000"/>
            <a:ext cx="9144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HOME</a:t>
            </a:r>
          </a:p>
        </p:txBody>
      </p:sp>
      <p:sp>
        <p:nvSpPr>
          <p:cNvPr id="27" name="">
            <a:extLst xmlns:a="http://schemas.openxmlformats.org/drawingml/2006/main">
              <a:ext uri="{FF2B5EF4-FFF2-40B4-BE49-F238E27FC236}">
                <a16:creationId xmlns:a16="http://schemas.microsoft.com/office/drawing/2014/main" id="{BBC63A34-C0E4-499A-B923-28ACA3BDA9DD}"/>
              </a:ext>
            </a:extLst>
          </p:cNvPr>
          <p:cNvSpPr>
            <a:spLocks xmlns:a="http://schemas.openxmlformats.org/drawingml/2006/main" noGrp="1"/>
          </p:cNvSpPr>
          <p:nvPr/>
        </p:nvSpPr>
        <p:spPr>
          <a:xfrm xmlns:a="http://schemas.openxmlformats.org/drawingml/2006/main">
            <a:off x="9398000" y="2171700"/>
            <a:ext cx="1803400" cy="584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Speak, write, and review due cards</a:t>
            </a:r>
          </a:p>
        </p:txBody>
      </p:sp>
      <p:sp>
        <p:nvSpPr>
          <p:cNvPr id="28" name="">
            <a:extLst xmlns:a="http://schemas.openxmlformats.org/drawingml/2006/main">
              <a:ext uri="{FF2B5EF4-FFF2-40B4-BE49-F238E27FC236}">
                <a16:creationId xmlns:a16="http://schemas.microsoft.com/office/drawing/2014/main" id="{D256E326-D704-40C4-981A-999095034916}"/>
              </a:ext>
            </a:extLst>
          </p:cNvPr>
          <p:cNvSpPr>
            <a:spLocks xmlns:a="http://schemas.openxmlformats.org/drawingml/2006/main" noGrp="1"/>
          </p:cNvSpPr>
          <p:nvPr/>
        </p:nvSpPr>
        <p:spPr>
          <a:xfrm xmlns:a="http://schemas.openxmlformats.org/drawingml/2006/main">
            <a:off x="8166100" y="3136900"/>
            <a:ext cx="3302000" cy="914400"/>
          </a:xfrm>
          <a:prstGeom xmlns:a="http://schemas.openxmlformats.org/drawingml/2006/main" prst="roundRect">
            <a:avLst>
              <a:gd name="adj" fmla="val 11111"/>
            </a:avLst>
          </a:prstGeom>
          <a:solidFill xmlns:a="http://schemas.openxmlformats.org/drawingml/2006/main">
            <a:srgbClr val="111111"/>
          </a:solidFill>
          <a:ln xmlns:a="http://schemas.openxmlformats.org/drawingml/2006/main" w="0">
            <a:solidFill>
              <a:srgbClr val="111111"/>
            </a:solidFill>
            <a:prstDash val="solid"/>
          </a:ln>
        </p:spPr>
      </p:sp>
      <p:sp>
        <p:nvSpPr>
          <p:cNvPr id="29" name="">
            <a:extLst xmlns:a="http://schemas.openxmlformats.org/drawingml/2006/main">
              <a:ext uri="{FF2B5EF4-FFF2-40B4-BE49-F238E27FC236}">
                <a16:creationId xmlns:a16="http://schemas.microsoft.com/office/drawing/2014/main" id="{6926FBA2-847E-4096-B259-B192ED3ACA4F}"/>
              </a:ext>
            </a:extLst>
          </p:cNvPr>
          <p:cNvSpPr>
            <a:spLocks xmlns:a="http://schemas.openxmlformats.org/drawingml/2006/main" noGrp="1"/>
          </p:cNvSpPr>
          <p:nvPr/>
        </p:nvSpPr>
        <p:spPr>
          <a:xfrm xmlns:a="http://schemas.openxmlformats.org/drawingml/2006/main">
            <a:off x="8128000" y="3098800"/>
            <a:ext cx="3302000" cy="9144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22225">
            <a:solidFill>
              <a:srgbClr val="111111"/>
            </a:solidFill>
            <a:prstDash val="solid"/>
          </a:ln>
        </p:spPr>
      </p:sp>
      <p:sp>
        <p:nvSpPr>
          <p:cNvPr id="30" name="">
            <a:extLst xmlns:a="http://schemas.openxmlformats.org/drawingml/2006/main">
              <a:ext uri="{FF2B5EF4-FFF2-40B4-BE49-F238E27FC236}">
                <a16:creationId xmlns:a16="http://schemas.microsoft.com/office/drawing/2014/main" id="{531E3A5A-54FC-41E0-935A-1700ED05579E}"/>
              </a:ext>
            </a:extLst>
          </p:cNvPr>
          <p:cNvSpPr>
            <a:spLocks xmlns:a="http://schemas.openxmlformats.org/drawingml/2006/main" noGrp="1"/>
          </p:cNvSpPr>
          <p:nvPr/>
        </p:nvSpPr>
        <p:spPr>
          <a:xfrm xmlns:a="http://schemas.openxmlformats.org/drawingml/2006/main">
            <a:off x="8305800" y="3378200"/>
            <a:ext cx="914400" cy="355600"/>
          </a:xfrm>
          <a:prstGeom xmlns:a="http://schemas.openxmlformats.org/drawingml/2006/main" prst="roundRect">
            <a:avLst>
              <a:gd name="adj" fmla="val 50000"/>
            </a:avLst>
          </a:prstGeom>
          <a:solidFill xmlns:a="http://schemas.openxmlformats.org/drawingml/2006/main">
            <a:srgbClr val="D9E7E1"/>
          </a:solidFill>
          <a:ln xmlns:a="http://schemas.openxmlformats.org/drawingml/2006/main" w="22225">
            <a:solidFill>
              <a:srgbClr val="111111"/>
            </a:solidFill>
            <a:prstDash val="solid"/>
          </a:ln>
        </p:spPr>
      </p:sp>
      <p:sp>
        <p:nvSpPr>
          <p:cNvPr id="31" name="">
            <a:extLst xmlns:a="http://schemas.openxmlformats.org/drawingml/2006/main">
              <a:ext uri="{FF2B5EF4-FFF2-40B4-BE49-F238E27FC236}">
                <a16:creationId xmlns:a16="http://schemas.microsoft.com/office/drawing/2014/main" id="{0B636A7B-49CB-4B65-B6DC-F5981D738E91}"/>
              </a:ext>
            </a:extLst>
          </p:cNvPr>
          <p:cNvSpPr>
            <a:spLocks xmlns:a="http://schemas.openxmlformats.org/drawingml/2006/main" noGrp="1"/>
          </p:cNvSpPr>
          <p:nvPr/>
        </p:nvSpPr>
        <p:spPr>
          <a:xfrm xmlns:a="http://schemas.openxmlformats.org/drawingml/2006/main">
            <a:off x="8305800" y="3378200"/>
            <a:ext cx="9144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NOTES</a:t>
            </a:r>
          </a:p>
        </p:txBody>
      </p:sp>
      <p:sp>
        <p:nvSpPr>
          <p:cNvPr id="32" name="">
            <a:extLst xmlns:a="http://schemas.openxmlformats.org/drawingml/2006/main">
              <a:ext uri="{FF2B5EF4-FFF2-40B4-BE49-F238E27FC236}">
                <a16:creationId xmlns:a16="http://schemas.microsoft.com/office/drawing/2014/main" id="{E60B557B-900A-4B5B-A7B8-7591AF81F019}"/>
              </a:ext>
            </a:extLst>
          </p:cNvPr>
          <p:cNvSpPr>
            <a:spLocks xmlns:a="http://schemas.openxmlformats.org/drawingml/2006/main" noGrp="1"/>
          </p:cNvSpPr>
          <p:nvPr/>
        </p:nvSpPr>
        <p:spPr>
          <a:xfrm xmlns:a="http://schemas.openxmlformats.org/drawingml/2006/main">
            <a:off x="9398000" y="3263900"/>
            <a:ext cx="1803400" cy="584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Revisit the original entry and audio</a:t>
            </a:r>
          </a:p>
        </p:txBody>
      </p:sp>
      <p:sp>
        <p:nvSpPr>
          <p:cNvPr id="33" name="">
            <a:extLst xmlns:a="http://schemas.openxmlformats.org/drawingml/2006/main">
              <a:ext uri="{FF2B5EF4-FFF2-40B4-BE49-F238E27FC236}">
                <a16:creationId xmlns:a16="http://schemas.microsoft.com/office/drawing/2014/main" id="{1DAF3F6E-56A2-4A66-9B70-D9E4C1F5AF0E}"/>
              </a:ext>
            </a:extLst>
          </p:cNvPr>
          <p:cNvSpPr>
            <a:spLocks xmlns:a="http://schemas.openxmlformats.org/drawingml/2006/main" noGrp="1"/>
          </p:cNvSpPr>
          <p:nvPr/>
        </p:nvSpPr>
        <p:spPr>
          <a:xfrm xmlns:a="http://schemas.openxmlformats.org/drawingml/2006/main">
            <a:off x="8166100" y="4229100"/>
            <a:ext cx="3302000" cy="914400"/>
          </a:xfrm>
          <a:prstGeom xmlns:a="http://schemas.openxmlformats.org/drawingml/2006/main" prst="roundRect">
            <a:avLst>
              <a:gd name="adj" fmla="val 11111"/>
            </a:avLst>
          </a:prstGeom>
          <a:solidFill xmlns:a="http://schemas.openxmlformats.org/drawingml/2006/main">
            <a:srgbClr val="111111"/>
          </a:solidFill>
          <a:ln xmlns:a="http://schemas.openxmlformats.org/drawingml/2006/main" w="0">
            <a:solidFill>
              <a:srgbClr val="111111"/>
            </a:solidFill>
            <a:prstDash val="solid"/>
          </a:ln>
        </p:spPr>
      </p:sp>
      <p:sp>
        <p:nvSpPr>
          <p:cNvPr id="34" name="">
            <a:extLst xmlns:a="http://schemas.openxmlformats.org/drawingml/2006/main">
              <a:ext uri="{FF2B5EF4-FFF2-40B4-BE49-F238E27FC236}">
                <a16:creationId xmlns:a16="http://schemas.microsoft.com/office/drawing/2014/main" id="{3B38BFFF-D30E-46B7-8755-86812DCDED0F}"/>
              </a:ext>
            </a:extLst>
          </p:cNvPr>
          <p:cNvSpPr>
            <a:spLocks xmlns:a="http://schemas.openxmlformats.org/drawingml/2006/main" noGrp="1"/>
          </p:cNvSpPr>
          <p:nvPr/>
        </p:nvSpPr>
        <p:spPr>
          <a:xfrm xmlns:a="http://schemas.openxmlformats.org/drawingml/2006/main">
            <a:off x="8128000" y="4191000"/>
            <a:ext cx="3302000" cy="9144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22225">
            <a:solidFill>
              <a:srgbClr val="111111"/>
            </a:solidFill>
            <a:prstDash val="solid"/>
          </a:ln>
        </p:spPr>
      </p:sp>
      <p:sp>
        <p:nvSpPr>
          <p:cNvPr id="35" name="">
            <a:extLst xmlns:a="http://schemas.openxmlformats.org/drawingml/2006/main">
              <a:ext uri="{FF2B5EF4-FFF2-40B4-BE49-F238E27FC236}">
                <a16:creationId xmlns:a16="http://schemas.microsoft.com/office/drawing/2014/main" id="{5EF0D995-9DCE-4BFC-A9F8-09B8769F2F9E}"/>
              </a:ext>
            </a:extLst>
          </p:cNvPr>
          <p:cNvSpPr>
            <a:spLocks xmlns:a="http://schemas.openxmlformats.org/drawingml/2006/main" noGrp="1"/>
          </p:cNvSpPr>
          <p:nvPr/>
        </p:nvSpPr>
        <p:spPr>
          <a:xfrm xmlns:a="http://schemas.openxmlformats.org/drawingml/2006/main">
            <a:off x="8305800" y="4470400"/>
            <a:ext cx="914400" cy="355600"/>
          </a:xfrm>
          <a:prstGeom xmlns:a="http://schemas.openxmlformats.org/drawingml/2006/main" prst="roundRect">
            <a:avLst>
              <a:gd name="adj" fmla="val 50000"/>
            </a:avLst>
          </a:prstGeom>
          <a:solidFill xmlns:a="http://schemas.openxmlformats.org/drawingml/2006/main">
            <a:srgbClr val="9FD0F8"/>
          </a:solidFill>
          <a:ln xmlns:a="http://schemas.openxmlformats.org/drawingml/2006/main" w="22225">
            <a:solidFill>
              <a:srgbClr val="111111"/>
            </a:solidFill>
            <a:prstDash val="solid"/>
          </a:ln>
        </p:spPr>
      </p:sp>
      <p:sp>
        <p:nvSpPr>
          <p:cNvPr id="36" name="">
            <a:extLst xmlns:a="http://schemas.openxmlformats.org/drawingml/2006/main">
              <a:ext uri="{FF2B5EF4-FFF2-40B4-BE49-F238E27FC236}">
                <a16:creationId xmlns:a16="http://schemas.microsoft.com/office/drawing/2014/main" id="{D157D2F8-3C2E-4A43-83D9-61F4B0824472}"/>
              </a:ext>
            </a:extLst>
          </p:cNvPr>
          <p:cNvSpPr>
            <a:spLocks xmlns:a="http://schemas.openxmlformats.org/drawingml/2006/main" noGrp="1"/>
          </p:cNvSpPr>
          <p:nvPr/>
        </p:nvSpPr>
        <p:spPr>
          <a:xfrm xmlns:a="http://schemas.openxmlformats.org/drawingml/2006/main">
            <a:off x="8305800" y="4470400"/>
            <a:ext cx="9144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PHRASES</a:t>
            </a:r>
          </a:p>
        </p:txBody>
      </p:sp>
      <p:sp>
        <p:nvSpPr>
          <p:cNvPr id="37" name="">
            <a:extLst xmlns:a="http://schemas.openxmlformats.org/drawingml/2006/main">
              <a:ext uri="{FF2B5EF4-FFF2-40B4-BE49-F238E27FC236}">
                <a16:creationId xmlns:a16="http://schemas.microsoft.com/office/drawing/2014/main" id="{484F880C-193C-4543-BE01-E1D756118079}"/>
              </a:ext>
            </a:extLst>
          </p:cNvPr>
          <p:cNvSpPr>
            <a:spLocks xmlns:a="http://schemas.openxmlformats.org/drawingml/2006/main" noGrp="1"/>
          </p:cNvSpPr>
          <p:nvPr/>
        </p:nvSpPr>
        <p:spPr>
          <a:xfrm xmlns:a="http://schemas.openxmlformats.org/drawingml/2006/main">
            <a:off x="9398000" y="4356100"/>
            <a:ext cx="1803400" cy="584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759"/>
          </a:bodyPr>
          <a:lstStyle xmlns:a="http://schemas.openxmlformats.org/drawingml/2006/main"/>
          <a:p xmlns:a="http://schemas.openxmlformats.org/drawingml/2006/main">
            <a:pPr algn="l">
              <a:lnSpc>
                <a:spcPct val="108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Browse saved Japanese–English cards</a:t>
            </a:r>
          </a:p>
        </p:txBody>
      </p:sp>
      <p:sp>
        <p:nvSpPr>
          <p:cNvPr id="38" name="">
            <a:extLst xmlns:a="http://schemas.openxmlformats.org/drawingml/2006/main">
              <a:ext uri="{FF2B5EF4-FFF2-40B4-BE49-F238E27FC236}">
                <a16:creationId xmlns:a16="http://schemas.microsoft.com/office/drawing/2014/main" id="{721D2E08-3AAB-44CF-8E9A-9515D27939B8}"/>
              </a:ext>
            </a:extLst>
          </p:cNvPr>
          <p:cNvSpPr>
            <a:spLocks xmlns:a="http://schemas.openxmlformats.org/drawingml/2006/main" noGrp="1"/>
          </p:cNvSpPr>
          <p:nvPr/>
        </p:nvSpPr>
        <p:spPr>
          <a:xfrm xmlns:a="http://schemas.openxmlformats.org/drawingml/2006/main">
            <a:off x="8166100" y="5321300"/>
            <a:ext cx="3302000" cy="914400"/>
          </a:xfrm>
          <a:prstGeom xmlns:a="http://schemas.openxmlformats.org/drawingml/2006/main" prst="roundRect">
            <a:avLst>
              <a:gd name="adj" fmla="val 11111"/>
            </a:avLst>
          </a:prstGeom>
          <a:solidFill xmlns:a="http://schemas.openxmlformats.org/drawingml/2006/main">
            <a:srgbClr val="111111"/>
          </a:solidFill>
          <a:ln xmlns:a="http://schemas.openxmlformats.org/drawingml/2006/main" w="0">
            <a:solidFill>
              <a:srgbClr val="111111"/>
            </a:solidFill>
            <a:prstDash val="solid"/>
          </a:ln>
        </p:spPr>
      </p:sp>
      <p:sp>
        <p:nvSpPr>
          <p:cNvPr id="39" name="">
            <a:extLst xmlns:a="http://schemas.openxmlformats.org/drawingml/2006/main">
              <a:ext uri="{FF2B5EF4-FFF2-40B4-BE49-F238E27FC236}">
                <a16:creationId xmlns:a16="http://schemas.microsoft.com/office/drawing/2014/main" id="{9C678A9F-9999-401A-81A6-C889A442ABCB}"/>
              </a:ext>
            </a:extLst>
          </p:cNvPr>
          <p:cNvSpPr>
            <a:spLocks xmlns:a="http://schemas.openxmlformats.org/drawingml/2006/main" noGrp="1"/>
          </p:cNvSpPr>
          <p:nvPr/>
        </p:nvSpPr>
        <p:spPr>
          <a:xfrm xmlns:a="http://schemas.openxmlformats.org/drawingml/2006/main">
            <a:off x="8128000" y="5283200"/>
            <a:ext cx="3302000" cy="9144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22225">
            <a:solidFill>
              <a:srgbClr val="111111"/>
            </a:solidFill>
            <a:prstDash val="solid"/>
          </a:ln>
        </p:spPr>
      </p:sp>
      <p:sp>
        <p:nvSpPr>
          <p:cNvPr id="40" name="">
            <a:extLst xmlns:a="http://schemas.openxmlformats.org/drawingml/2006/main">
              <a:ext uri="{FF2B5EF4-FFF2-40B4-BE49-F238E27FC236}">
                <a16:creationId xmlns:a16="http://schemas.microsoft.com/office/drawing/2014/main" id="{BE74AE8E-9D37-4744-8378-3BD6A2F77ACB}"/>
              </a:ext>
            </a:extLst>
          </p:cNvPr>
          <p:cNvSpPr>
            <a:spLocks xmlns:a="http://schemas.openxmlformats.org/drawingml/2006/main" noGrp="1"/>
          </p:cNvSpPr>
          <p:nvPr/>
        </p:nvSpPr>
        <p:spPr>
          <a:xfrm xmlns:a="http://schemas.openxmlformats.org/drawingml/2006/main">
            <a:off x="8305800" y="5562600"/>
            <a:ext cx="914400" cy="355600"/>
          </a:xfrm>
          <a:prstGeom xmlns:a="http://schemas.openxmlformats.org/drawingml/2006/main" prst="roundRect">
            <a:avLst>
              <a:gd name="adj" fmla="val 50000"/>
            </a:avLst>
          </a:prstGeom>
          <a:solidFill xmlns:a="http://schemas.openxmlformats.org/drawingml/2006/main">
            <a:srgbClr val="F4E75E"/>
          </a:solidFill>
          <a:ln xmlns:a="http://schemas.openxmlformats.org/drawingml/2006/main" w="22225">
            <a:solidFill>
              <a:srgbClr val="111111"/>
            </a:solidFill>
            <a:prstDash val="solid"/>
          </a:ln>
        </p:spPr>
      </p:sp>
      <p:sp>
        <p:nvSpPr>
          <p:cNvPr id="41" name="">
            <a:extLst xmlns:a="http://schemas.openxmlformats.org/drawingml/2006/main">
              <a:ext uri="{FF2B5EF4-FFF2-40B4-BE49-F238E27FC236}">
                <a16:creationId xmlns:a16="http://schemas.microsoft.com/office/drawing/2014/main" id="{3DB09B9D-198F-47B7-87A2-DDE488E89878}"/>
              </a:ext>
            </a:extLst>
          </p:cNvPr>
          <p:cNvSpPr>
            <a:spLocks xmlns:a="http://schemas.openxmlformats.org/drawingml/2006/main" noGrp="1"/>
          </p:cNvSpPr>
          <p:nvPr/>
        </p:nvSpPr>
        <p:spPr>
          <a:xfrm xmlns:a="http://schemas.openxmlformats.org/drawingml/2006/main">
            <a:off x="8305800" y="5562600"/>
            <a:ext cx="9144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CUSTOM</a:t>
            </a:r>
          </a:p>
        </p:txBody>
      </p:sp>
      <p:sp>
        <p:nvSpPr>
          <p:cNvPr id="42" name="">
            <a:extLst xmlns:a="http://schemas.openxmlformats.org/drawingml/2006/main">
              <a:ext uri="{FF2B5EF4-FFF2-40B4-BE49-F238E27FC236}">
                <a16:creationId xmlns:a16="http://schemas.microsoft.com/office/drawing/2014/main" id="{D5D6B413-E0E8-433F-8BD4-5597FAFE79BC}"/>
              </a:ext>
            </a:extLst>
          </p:cNvPr>
          <p:cNvSpPr>
            <a:spLocks xmlns:a="http://schemas.openxmlformats.org/drawingml/2006/main" noGrp="1"/>
          </p:cNvSpPr>
          <p:nvPr/>
        </p:nvSpPr>
        <p:spPr>
          <a:xfrm xmlns:a="http://schemas.openxmlformats.org/drawingml/2006/main">
            <a:off x="9398000" y="5448300"/>
            <a:ext cx="1803400" cy="584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Choose how cards are made and stored</a:t>
            </a:r>
          </a:p>
        </p:txBody>
      </p:sp>
    </p:spTree>
    <p:extLst>
      <p:ext uri="{BB962C8B-B14F-4D97-AF65-F5344CB8AC3E}">
        <p14:creationId xmlns:p14="http://schemas.microsoft.com/office/powerpoint/2010/main" val="17144620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201d4e3c4204b5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2DC15EC-85CC-4D95-9D2D-E8806544B6A0}"/>
              </a:ext>
            </a:extLst>
          </p:cNvPr>
          <p:cNvSpPr>
            <a:spLocks xmlns:a="http://schemas.openxmlformats.org/drawingml/2006/main" noGrp="1"/>
          </p:cNvSpPr>
          <p:nvPr/>
        </p:nvSpPr>
        <p:spPr>
          <a:xfrm xmlns:a="http://schemas.openxmlformats.org/drawingml/2006/main">
            <a:off x="762000" y="508000"/>
            <a:ext cx="19050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8F15A0D8-C65A-4FAC-8067-CD9D280F9F1F}"/>
              </a:ext>
            </a:extLst>
          </p:cNvPr>
          <p:cNvSpPr>
            <a:spLocks xmlns:a="http://schemas.openxmlformats.org/drawingml/2006/main" noGrp="1"/>
          </p:cNvSpPr>
          <p:nvPr/>
        </p:nvSpPr>
        <p:spPr>
          <a:xfrm xmlns:a="http://schemas.openxmlformats.org/drawingml/2006/main">
            <a:off x="762000" y="508000"/>
            <a:ext cx="1905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LEARNING LOOP</a:t>
            </a:r>
          </a:p>
        </p:txBody>
      </p:sp>
      <p:sp>
        <p:nvSpPr>
          <p:cNvPr id="4" name="">
            <a:extLst xmlns:a="http://schemas.openxmlformats.org/drawingml/2006/main">
              <a:ext uri="{FF2B5EF4-FFF2-40B4-BE49-F238E27FC236}">
                <a16:creationId xmlns:a16="http://schemas.microsoft.com/office/drawing/2014/main" id="{13ED1CEE-1953-427D-9A19-C2663EDA478B}"/>
              </a:ext>
            </a:extLst>
          </p:cNvPr>
          <p:cNvSpPr>
            <a:spLocks xmlns:a="http://schemas.openxmlformats.org/drawingml/2006/main" noGrp="1"/>
          </p:cNvSpPr>
          <p:nvPr/>
        </p:nvSpPr>
        <p:spPr>
          <a:xfrm xmlns:a="http://schemas.openxmlformats.org/drawingml/2006/main">
            <a:off x="2819400" y="657225"/>
            <a:ext cx="80518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58FBA95A-0FB2-4ED0-BEE6-2508D82C2D94}"/>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F40395DF-C92D-452D-9015-5386F3C69899}"/>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07</a:t>
            </a:r>
          </a:p>
        </p:txBody>
      </p:sp>
      <p:sp>
        <p:nvSpPr>
          <p:cNvPr id="7" name="slide-07-title">
            <a:extLst xmlns:a="http://schemas.openxmlformats.org/drawingml/2006/main">
              <a:ext uri="{FF2B5EF4-FFF2-40B4-BE49-F238E27FC236}">
                <a16:creationId xmlns:a16="http://schemas.microsoft.com/office/drawing/2014/main" id="{63B5BE20-D345-4DC6-8FFC-F5D677EF3101}"/>
              </a:ext>
            </a:extLst>
          </p:cNvPr>
          <p:cNvSpPr>
            <a:spLocks xmlns:a="http://schemas.openxmlformats.org/drawingml/2006/main" noGrp="1"/>
          </p:cNvSpPr>
          <p:nvPr/>
        </p:nvSpPr>
        <p:spPr>
          <a:xfrm xmlns:a="http://schemas.openxmlformats.org/drawingml/2006/main">
            <a:off x="762000" y="990600"/>
            <a:ext cx="106680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600" b="1">
                <a:solidFill>
                  <a:srgbClr val="111111"/>
                </a:solidFill>
                <a:latin typeface="Avenir Next"/>
                <a:ea typeface="Avenir Next"/>
                <a:cs typeface="Avenir Next"/>
              </a:defRPr>
            </a:pPr>
            <a:r>
              <a:rPr sz="2600" b="1">
                <a:solidFill>
                  <a:srgbClr val="111111"/>
                </a:solidFill>
                <a:latin typeface="Avenir Next"/>
                <a:ea typeface="Avenir Next"/>
                <a:cs typeface="Avenir Next"/>
              </a:rPr>
              <a:t>Two decisions keep practice fast and repeatable</a:t>
            </a:r>
          </a:p>
        </p:txBody>
      </p:sp>
      <p:sp>
        <p:nvSpPr>
          <p:cNvPr id="8" name="">
            <a:extLst xmlns:a="http://schemas.openxmlformats.org/drawingml/2006/main">
              <a:ext uri="{FF2B5EF4-FFF2-40B4-BE49-F238E27FC236}">
                <a16:creationId xmlns:a16="http://schemas.microsoft.com/office/drawing/2014/main" id="{22823635-0510-4FE3-A069-5091605360DA}"/>
              </a:ext>
            </a:extLst>
          </p:cNvPr>
          <p:cNvSpPr>
            <a:spLocks xmlns:a="http://schemas.openxmlformats.org/drawingml/2006/main" noGrp="1"/>
          </p:cNvSpPr>
          <p:nvPr/>
        </p:nvSpPr>
        <p:spPr>
          <a:xfrm xmlns:a="http://schemas.openxmlformats.org/drawingml/2006/main">
            <a:off x="952500" y="1816100"/>
            <a:ext cx="2159000" cy="4673600"/>
          </a:xfrm>
          <a:prstGeom xmlns:a="http://schemas.openxmlformats.org/drawingml/2006/main" prst="roundRect">
            <a:avLst>
              <a:gd name="adj" fmla="val 11765"/>
            </a:avLst>
          </a:prstGeom>
          <a:solidFill xmlns:a="http://schemas.openxmlformats.org/drawingml/2006/main">
            <a:srgbClr val="111111"/>
          </a:solidFill>
          <a:ln xmlns:a="http://schemas.openxmlformats.org/drawingml/2006/main" w="0">
            <a:solidFill>
              <a:srgbClr val="111111"/>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0cd8a483db4c4659"/>
          <a:srcRect xmlns:a="http://schemas.openxmlformats.org/drawingml/2006/main" l="0" t="63" r="0" b="63"/>
          <a:stretch xmlns:a="http://schemas.openxmlformats.org/drawingml/2006/main">
            <a:fillRect l="0" t="0" r="0" b="0"/>
          </a:stretch>
        </p:blipFill>
        <p:spPr>
          <a:xfrm xmlns:a="http://schemas.openxmlformats.org/drawingml/2006/main">
            <a:off x="889000" y="1752600"/>
            <a:ext cx="2159000" cy="4673600"/>
          </a:xfrm>
          <a:prstGeom xmlns:a="http://schemas.openxmlformats.org/drawingml/2006/main" prst="roundRect">
            <a:avLst>
              <a:gd name="adj" fmla="val 11765"/>
            </a:avLst>
          </a:prstGeom>
        </p:spPr>
      </p:pic>
      <p:sp>
        <p:nvSpPr>
          <p:cNvPr id="10" name="">
            <a:extLst xmlns:a="http://schemas.openxmlformats.org/drawingml/2006/main">
              <a:ext uri="{FF2B5EF4-FFF2-40B4-BE49-F238E27FC236}">
                <a16:creationId xmlns:a16="http://schemas.microsoft.com/office/drawing/2014/main" id="{EDD3CB99-88DE-4007-8BB8-0BC1B8C713E7}"/>
              </a:ext>
            </a:extLst>
          </p:cNvPr>
          <p:cNvSpPr>
            <a:spLocks xmlns:a="http://schemas.openxmlformats.org/drawingml/2006/main" noGrp="1"/>
          </p:cNvSpPr>
          <p:nvPr/>
        </p:nvSpPr>
        <p:spPr>
          <a:xfrm xmlns:a="http://schemas.openxmlformats.org/drawingml/2006/main">
            <a:off x="889000" y="1752600"/>
            <a:ext cx="2159000" cy="4673600"/>
          </a:xfrm>
          <a:prstGeom xmlns:a="http://schemas.openxmlformats.org/drawingml/2006/main" prst="roundRect">
            <a:avLst>
              <a:gd name="adj" fmla="val 11765"/>
            </a:avLst>
          </a:prstGeom>
          <a:noFill xmlns:a="http://schemas.openxmlformats.org/drawingml/2006/main"/>
          <a:ln xmlns:a="http://schemas.openxmlformats.org/drawingml/2006/main" w="28575">
            <a:solidFill>
              <a:srgbClr val="111111"/>
            </a:solidFill>
            <a:prstDash val="solid"/>
          </a:ln>
        </p:spPr>
      </p:sp>
      <p:sp>
        <p:nvSpPr>
          <p:cNvPr id="11" name="">
            <a:extLst xmlns:a="http://schemas.openxmlformats.org/drawingml/2006/main">
              <a:ext uri="{FF2B5EF4-FFF2-40B4-BE49-F238E27FC236}">
                <a16:creationId xmlns:a16="http://schemas.microsoft.com/office/drawing/2014/main" id="{18CA055C-25CD-4847-AC7E-9DB4E7232DF5}"/>
              </a:ext>
            </a:extLst>
          </p:cNvPr>
          <p:cNvSpPr>
            <a:spLocks xmlns:a="http://schemas.openxmlformats.org/drawingml/2006/main" noGrp="1"/>
          </p:cNvSpPr>
          <p:nvPr/>
        </p:nvSpPr>
        <p:spPr>
          <a:xfrm xmlns:a="http://schemas.openxmlformats.org/drawingml/2006/main">
            <a:off x="6642100" y="1943100"/>
            <a:ext cx="4826000" cy="660400"/>
          </a:xfrm>
          <a:prstGeom xmlns:a="http://schemas.openxmlformats.org/drawingml/2006/main" prst="roundRect">
            <a:avLst>
              <a:gd name="adj" fmla="val 15385"/>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2BE4790F-EF8D-4C93-97F2-C6F8385220BE}"/>
              </a:ext>
            </a:extLst>
          </p:cNvPr>
          <p:cNvSpPr>
            <a:spLocks xmlns:a="http://schemas.openxmlformats.org/drawingml/2006/main" noGrp="1"/>
          </p:cNvSpPr>
          <p:nvPr/>
        </p:nvSpPr>
        <p:spPr>
          <a:xfrm xmlns:a="http://schemas.openxmlformats.org/drawingml/2006/main">
            <a:off x="6604000" y="1905000"/>
            <a:ext cx="4826000" cy="6604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22225">
            <a:solidFill>
              <a:srgbClr val="111111"/>
            </a:solidFill>
            <a:prstDash val="solid"/>
          </a:ln>
        </p:spPr>
      </p:sp>
      <p:sp>
        <p:nvSpPr>
          <p:cNvPr id="13" name="">
            <a:extLst xmlns:a="http://schemas.openxmlformats.org/drawingml/2006/main">
              <a:ext uri="{FF2B5EF4-FFF2-40B4-BE49-F238E27FC236}">
                <a16:creationId xmlns:a16="http://schemas.microsoft.com/office/drawing/2014/main" id="{8BF09A82-D8B5-4B45-9BD1-547E01030F82}"/>
              </a:ext>
            </a:extLst>
          </p:cNvPr>
          <p:cNvSpPr>
            <a:spLocks xmlns:a="http://schemas.openxmlformats.org/drawingml/2006/main" noGrp="1"/>
          </p:cNvSpPr>
          <p:nvPr/>
        </p:nvSpPr>
        <p:spPr>
          <a:xfrm xmlns:a="http://schemas.openxmlformats.org/drawingml/2006/main">
            <a:off x="6781800" y="2070100"/>
            <a:ext cx="1168400" cy="330200"/>
          </a:xfrm>
          <a:prstGeom xmlns:a="http://schemas.openxmlformats.org/drawingml/2006/main" prst="roundRect">
            <a:avLst>
              <a:gd name="adj" fmla="val 50000"/>
            </a:avLst>
          </a:prstGeom>
          <a:solidFill xmlns:a="http://schemas.openxmlformats.org/drawingml/2006/main">
            <a:srgbClr val="FF7661"/>
          </a:solidFill>
          <a:ln xmlns:a="http://schemas.openxmlformats.org/drawingml/2006/main" w="22225">
            <a:solidFill>
              <a:srgbClr val="111111"/>
            </a:solidFill>
            <a:prstDash val="solid"/>
          </a:ln>
        </p:spPr>
      </p:sp>
      <p:sp>
        <p:nvSpPr>
          <p:cNvPr id="14" name="">
            <a:extLst xmlns:a="http://schemas.openxmlformats.org/drawingml/2006/main">
              <a:ext uri="{FF2B5EF4-FFF2-40B4-BE49-F238E27FC236}">
                <a16:creationId xmlns:a16="http://schemas.microsoft.com/office/drawing/2014/main" id="{67322B84-F4A1-4BF3-8BE7-B37452CE2136}"/>
              </a:ext>
            </a:extLst>
          </p:cNvPr>
          <p:cNvSpPr>
            <a:spLocks xmlns:a="http://schemas.openxmlformats.org/drawingml/2006/main" noGrp="1"/>
          </p:cNvSpPr>
          <p:nvPr/>
        </p:nvSpPr>
        <p:spPr>
          <a:xfrm xmlns:a="http://schemas.openxmlformats.org/drawingml/2006/main">
            <a:off x="6781800" y="2070100"/>
            <a:ext cx="11684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AGAIN</a:t>
            </a:r>
          </a:p>
        </p:txBody>
      </p:sp>
      <p:sp>
        <p:nvSpPr>
          <p:cNvPr id="15" name="">
            <a:extLst xmlns:a="http://schemas.openxmlformats.org/drawingml/2006/main">
              <a:ext uri="{FF2B5EF4-FFF2-40B4-BE49-F238E27FC236}">
                <a16:creationId xmlns:a16="http://schemas.microsoft.com/office/drawing/2014/main" id="{27695E7D-215F-4D7C-80A9-4A037113E859}"/>
              </a:ext>
            </a:extLst>
          </p:cNvPr>
          <p:cNvSpPr>
            <a:spLocks xmlns:a="http://schemas.openxmlformats.org/drawingml/2006/main" noGrp="1"/>
          </p:cNvSpPr>
          <p:nvPr/>
        </p:nvSpPr>
        <p:spPr>
          <a:xfrm xmlns:a="http://schemas.openxmlformats.org/drawingml/2006/main">
            <a:off x="8153400" y="2032000"/>
            <a:ext cx="30226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Returns the phrase sooner</a:t>
            </a:r>
          </a:p>
        </p:txBody>
      </p:sp>
      <p:sp>
        <p:nvSpPr>
          <p:cNvPr id="16" name="">
            <a:extLst xmlns:a="http://schemas.openxmlformats.org/drawingml/2006/main">
              <a:ext uri="{FF2B5EF4-FFF2-40B4-BE49-F238E27FC236}">
                <a16:creationId xmlns:a16="http://schemas.microsoft.com/office/drawing/2014/main" id="{2F3DA5C5-F8DD-47A7-BEDD-B4202D54C17A}"/>
              </a:ext>
            </a:extLst>
          </p:cNvPr>
          <p:cNvSpPr>
            <a:spLocks xmlns:a="http://schemas.openxmlformats.org/drawingml/2006/main" noGrp="1"/>
          </p:cNvSpPr>
          <p:nvPr/>
        </p:nvSpPr>
        <p:spPr>
          <a:xfrm xmlns:a="http://schemas.openxmlformats.org/drawingml/2006/main">
            <a:off x="6642100" y="2755900"/>
            <a:ext cx="4826000" cy="660400"/>
          </a:xfrm>
          <a:prstGeom xmlns:a="http://schemas.openxmlformats.org/drawingml/2006/main" prst="roundRect">
            <a:avLst>
              <a:gd name="adj" fmla="val 15385"/>
            </a:avLst>
          </a:prstGeom>
          <a:solidFill xmlns:a="http://schemas.openxmlformats.org/drawingml/2006/main">
            <a:srgbClr val="111111"/>
          </a:solidFill>
          <a:ln xmlns:a="http://schemas.openxmlformats.org/drawingml/2006/main" w="0">
            <a:solidFill>
              <a:srgbClr val="111111"/>
            </a:solidFill>
            <a:prstDash val="solid"/>
          </a:ln>
        </p:spPr>
      </p:sp>
      <p:sp>
        <p:nvSpPr>
          <p:cNvPr id="17" name="">
            <a:extLst xmlns:a="http://schemas.openxmlformats.org/drawingml/2006/main">
              <a:ext uri="{FF2B5EF4-FFF2-40B4-BE49-F238E27FC236}">
                <a16:creationId xmlns:a16="http://schemas.microsoft.com/office/drawing/2014/main" id="{87DDC3BE-927B-4888-85D2-3A7087CD1FFE}"/>
              </a:ext>
            </a:extLst>
          </p:cNvPr>
          <p:cNvSpPr>
            <a:spLocks xmlns:a="http://schemas.openxmlformats.org/drawingml/2006/main" noGrp="1"/>
          </p:cNvSpPr>
          <p:nvPr/>
        </p:nvSpPr>
        <p:spPr>
          <a:xfrm xmlns:a="http://schemas.openxmlformats.org/drawingml/2006/main">
            <a:off x="6604000" y="2717800"/>
            <a:ext cx="4826000" cy="6604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22225">
            <a:solidFill>
              <a:srgbClr val="111111"/>
            </a:solidFill>
            <a:prstDash val="solid"/>
          </a:ln>
        </p:spPr>
      </p:sp>
      <p:sp>
        <p:nvSpPr>
          <p:cNvPr id="18" name="">
            <a:extLst xmlns:a="http://schemas.openxmlformats.org/drawingml/2006/main">
              <a:ext uri="{FF2B5EF4-FFF2-40B4-BE49-F238E27FC236}">
                <a16:creationId xmlns:a16="http://schemas.microsoft.com/office/drawing/2014/main" id="{066F8B15-07B0-4DC1-A425-6C930E3662D7}"/>
              </a:ext>
            </a:extLst>
          </p:cNvPr>
          <p:cNvSpPr>
            <a:spLocks xmlns:a="http://schemas.openxmlformats.org/drawingml/2006/main" noGrp="1"/>
          </p:cNvSpPr>
          <p:nvPr/>
        </p:nvSpPr>
        <p:spPr>
          <a:xfrm xmlns:a="http://schemas.openxmlformats.org/drawingml/2006/main">
            <a:off x="6781800" y="2882900"/>
            <a:ext cx="1168400" cy="3302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19" name="">
            <a:extLst xmlns:a="http://schemas.openxmlformats.org/drawingml/2006/main">
              <a:ext uri="{FF2B5EF4-FFF2-40B4-BE49-F238E27FC236}">
                <a16:creationId xmlns:a16="http://schemas.microsoft.com/office/drawing/2014/main" id="{39D2C3E9-81D9-40B7-AE2D-692FB75AF865}"/>
              </a:ext>
            </a:extLst>
          </p:cNvPr>
          <p:cNvSpPr>
            <a:spLocks xmlns:a="http://schemas.openxmlformats.org/drawingml/2006/main" noGrp="1"/>
          </p:cNvSpPr>
          <p:nvPr/>
        </p:nvSpPr>
        <p:spPr>
          <a:xfrm xmlns:a="http://schemas.openxmlformats.org/drawingml/2006/main">
            <a:off x="6781800" y="2882900"/>
            <a:ext cx="11684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I SAID IT</a:t>
            </a:r>
          </a:p>
        </p:txBody>
      </p:sp>
      <p:sp>
        <p:nvSpPr>
          <p:cNvPr id="20" name="">
            <a:extLst xmlns:a="http://schemas.openxmlformats.org/drawingml/2006/main">
              <a:ext uri="{FF2B5EF4-FFF2-40B4-BE49-F238E27FC236}">
                <a16:creationId xmlns:a16="http://schemas.microsoft.com/office/drawing/2014/main" id="{6F417CE4-2B85-4C97-BF74-924308890C33}"/>
              </a:ext>
            </a:extLst>
          </p:cNvPr>
          <p:cNvSpPr>
            <a:spLocks xmlns:a="http://schemas.openxmlformats.org/drawingml/2006/main" noGrp="1"/>
          </p:cNvSpPr>
          <p:nvPr/>
        </p:nvSpPr>
        <p:spPr>
          <a:xfrm xmlns:a="http://schemas.openxmlformats.org/drawingml/2006/main">
            <a:off x="8153400" y="2844800"/>
            <a:ext cx="30226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Increases the review interval</a:t>
            </a:r>
          </a:p>
        </p:txBody>
      </p:sp>
      <p:sp>
        <p:nvSpPr>
          <p:cNvPr id="21" name="">
            <a:extLst xmlns:a="http://schemas.openxmlformats.org/drawingml/2006/main">
              <a:ext uri="{FF2B5EF4-FFF2-40B4-BE49-F238E27FC236}">
                <a16:creationId xmlns:a16="http://schemas.microsoft.com/office/drawing/2014/main" id="{CD15E20D-C381-4E88-BB8D-CAF0F3D52D3E}"/>
              </a:ext>
            </a:extLst>
          </p:cNvPr>
          <p:cNvSpPr>
            <a:spLocks xmlns:a="http://schemas.openxmlformats.org/drawingml/2006/main" noGrp="1"/>
          </p:cNvSpPr>
          <p:nvPr/>
        </p:nvSpPr>
        <p:spPr>
          <a:xfrm xmlns:a="http://schemas.openxmlformats.org/drawingml/2006/main">
            <a:off x="6642100" y="3568700"/>
            <a:ext cx="4826000" cy="660400"/>
          </a:xfrm>
          <a:prstGeom xmlns:a="http://schemas.openxmlformats.org/drawingml/2006/main" prst="roundRect">
            <a:avLst>
              <a:gd name="adj" fmla="val 15385"/>
            </a:avLst>
          </a:prstGeom>
          <a:solidFill xmlns:a="http://schemas.openxmlformats.org/drawingml/2006/main">
            <a:srgbClr val="111111"/>
          </a:solidFill>
          <a:ln xmlns:a="http://schemas.openxmlformats.org/drawingml/2006/main" w="0">
            <a:solidFill>
              <a:srgbClr val="111111"/>
            </a:solidFill>
            <a:prstDash val="solid"/>
          </a:ln>
        </p:spPr>
      </p:sp>
      <p:sp>
        <p:nvSpPr>
          <p:cNvPr id="22" name="">
            <a:extLst xmlns:a="http://schemas.openxmlformats.org/drawingml/2006/main">
              <a:ext uri="{FF2B5EF4-FFF2-40B4-BE49-F238E27FC236}">
                <a16:creationId xmlns:a16="http://schemas.microsoft.com/office/drawing/2014/main" id="{48A4399E-5C93-47E1-896F-A4E7C7AFAC65}"/>
              </a:ext>
            </a:extLst>
          </p:cNvPr>
          <p:cNvSpPr>
            <a:spLocks xmlns:a="http://schemas.openxmlformats.org/drawingml/2006/main" noGrp="1"/>
          </p:cNvSpPr>
          <p:nvPr/>
        </p:nvSpPr>
        <p:spPr>
          <a:xfrm xmlns:a="http://schemas.openxmlformats.org/drawingml/2006/main">
            <a:off x="6604000" y="3530600"/>
            <a:ext cx="4826000" cy="6604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22225">
            <a:solidFill>
              <a:srgbClr val="111111"/>
            </a:solidFill>
            <a:prstDash val="solid"/>
          </a:ln>
        </p:spPr>
      </p:sp>
      <p:sp>
        <p:nvSpPr>
          <p:cNvPr id="23" name="">
            <a:extLst xmlns:a="http://schemas.openxmlformats.org/drawingml/2006/main">
              <a:ext uri="{FF2B5EF4-FFF2-40B4-BE49-F238E27FC236}">
                <a16:creationId xmlns:a16="http://schemas.microsoft.com/office/drawing/2014/main" id="{7137AA70-BE36-40CC-82D6-4EAD21351A7D}"/>
              </a:ext>
            </a:extLst>
          </p:cNvPr>
          <p:cNvSpPr>
            <a:spLocks xmlns:a="http://schemas.openxmlformats.org/drawingml/2006/main" noGrp="1"/>
          </p:cNvSpPr>
          <p:nvPr/>
        </p:nvSpPr>
        <p:spPr>
          <a:xfrm xmlns:a="http://schemas.openxmlformats.org/drawingml/2006/main">
            <a:off x="6781800" y="3695700"/>
            <a:ext cx="11684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24" name="">
            <a:extLst xmlns:a="http://schemas.openxmlformats.org/drawingml/2006/main">
              <a:ext uri="{FF2B5EF4-FFF2-40B4-BE49-F238E27FC236}">
                <a16:creationId xmlns:a16="http://schemas.microsoft.com/office/drawing/2014/main" id="{69DDFD88-2E9F-4219-9802-9CDDAAD482E7}"/>
              </a:ext>
            </a:extLst>
          </p:cNvPr>
          <p:cNvSpPr>
            <a:spLocks xmlns:a="http://schemas.openxmlformats.org/drawingml/2006/main" noGrp="1"/>
          </p:cNvSpPr>
          <p:nvPr/>
        </p:nvSpPr>
        <p:spPr>
          <a:xfrm xmlns:a="http://schemas.openxmlformats.org/drawingml/2006/main">
            <a:off x="6781800" y="3695700"/>
            <a:ext cx="11684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UNDO</a:t>
            </a:r>
          </a:p>
        </p:txBody>
      </p:sp>
      <p:sp>
        <p:nvSpPr>
          <p:cNvPr id="25" name="">
            <a:extLst xmlns:a="http://schemas.openxmlformats.org/drawingml/2006/main">
              <a:ext uri="{FF2B5EF4-FFF2-40B4-BE49-F238E27FC236}">
                <a16:creationId xmlns:a16="http://schemas.microsoft.com/office/drawing/2014/main" id="{1E43492D-4729-4E60-A6D1-3DC66E01847C}"/>
              </a:ext>
            </a:extLst>
          </p:cNvPr>
          <p:cNvSpPr>
            <a:spLocks xmlns:a="http://schemas.openxmlformats.org/drawingml/2006/main" noGrp="1"/>
          </p:cNvSpPr>
          <p:nvPr/>
        </p:nvSpPr>
        <p:spPr>
          <a:xfrm xmlns:a="http://schemas.openxmlformats.org/drawingml/2006/main">
            <a:off x="8153400" y="3657600"/>
            <a:ext cx="30226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Protects against accidental taps</a:t>
            </a:r>
          </a:p>
        </p:txBody>
      </p:sp>
      <p:sp>
        <p:nvSpPr>
          <p:cNvPr id="26" name="">
            <a:extLst xmlns:a="http://schemas.openxmlformats.org/drawingml/2006/main">
              <a:ext uri="{FF2B5EF4-FFF2-40B4-BE49-F238E27FC236}">
                <a16:creationId xmlns:a16="http://schemas.microsoft.com/office/drawing/2014/main" id="{29E54957-0828-4548-A9EB-CD045AC894A4}"/>
              </a:ext>
            </a:extLst>
          </p:cNvPr>
          <p:cNvSpPr>
            <a:spLocks xmlns:a="http://schemas.openxmlformats.org/drawingml/2006/main" noGrp="1"/>
          </p:cNvSpPr>
          <p:nvPr/>
        </p:nvSpPr>
        <p:spPr>
          <a:xfrm xmlns:a="http://schemas.openxmlformats.org/drawingml/2006/main">
            <a:off x="6642100" y="4381500"/>
            <a:ext cx="4826000" cy="660400"/>
          </a:xfrm>
          <a:prstGeom xmlns:a="http://schemas.openxmlformats.org/drawingml/2006/main" prst="roundRect">
            <a:avLst>
              <a:gd name="adj" fmla="val 15385"/>
            </a:avLst>
          </a:prstGeom>
          <a:solidFill xmlns:a="http://schemas.openxmlformats.org/drawingml/2006/main">
            <a:srgbClr val="111111"/>
          </a:solidFill>
          <a:ln xmlns:a="http://schemas.openxmlformats.org/drawingml/2006/main" w="0">
            <a:solidFill>
              <a:srgbClr val="111111"/>
            </a:solidFill>
            <a:prstDash val="solid"/>
          </a:ln>
        </p:spPr>
      </p:sp>
      <p:sp>
        <p:nvSpPr>
          <p:cNvPr id="27" name="">
            <a:extLst xmlns:a="http://schemas.openxmlformats.org/drawingml/2006/main">
              <a:ext uri="{FF2B5EF4-FFF2-40B4-BE49-F238E27FC236}">
                <a16:creationId xmlns:a16="http://schemas.microsoft.com/office/drawing/2014/main" id="{7DD5CE23-61B0-4E21-9ACC-FA03C7E59E30}"/>
              </a:ext>
            </a:extLst>
          </p:cNvPr>
          <p:cNvSpPr>
            <a:spLocks xmlns:a="http://schemas.openxmlformats.org/drawingml/2006/main" noGrp="1"/>
          </p:cNvSpPr>
          <p:nvPr/>
        </p:nvSpPr>
        <p:spPr>
          <a:xfrm xmlns:a="http://schemas.openxmlformats.org/drawingml/2006/main">
            <a:off x="6604000" y="4343400"/>
            <a:ext cx="4826000" cy="6604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22225">
            <a:solidFill>
              <a:srgbClr val="111111"/>
            </a:solidFill>
            <a:prstDash val="solid"/>
          </a:ln>
        </p:spPr>
      </p:sp>
      <p:sp>
        <p:nvSpPr>
          <p:cNvPr id="28" name="">
            <a:extLst xmlns:a="http://schemas.openxmlformats.org/drawingml/2006/main">
              <a:ext uri="{FF2B5EF4-FFF2-40B4-BE49-F238E27FC236}">
                <a16:creationId xmlns:a16="http://schemas.microsoft.com/office/drawing/2014/main" id="{B24E40DA-4813-44C1-AFA7-4390DAE53E59}"/>
              </a:ext>
            </a:extLst>
          </p:cNvPr>
          <p:cNvSpPr>
            <a:spLocks xmlns:a="http://schemas.openxmlformats.org/drawingml/2006/main" noGrp="1"/>
          </p:cNvSpPr>
          <p:nvPr/>
        </p:nvSpPr>
        <p:spPr>
          <a:xfrm xmlns:a="http://schemas.openxmlformats.org/drawingml/2006/main">
            <a:off x="6781800" y="4508500"/>
            <a:ext cx="11684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29" name="">
            <a:extLst xmlns:a="http://schemas.openxmlformats.org/drawingml/2006/main">
              <a:ext uri="{FF2B5EF4-FFF2-40B4-BE49-F238E27FC236}">
                <a16:creationId xmlns:a16="http://schemas.microsoft.com/office/drawing/2014/main" id="{B65F76CC-ABDA-4352-9A91-3B74B21D2ED7}"/>
              </a:ext>
            </a:extLst>
          </p:cNvPr>
          <p:cNvSpPr>
            <a:spLocks xmlns:a="http://schemas.openxmlformats.org/drawingml/2006/main" noGrp="1"/>
          </p:cNvSpPr>
          <p:nvPr/>
        </p:nvSpPr>
        <p:spPr>
          <a:xfrm xmlns:a="http://schemas.openxmlformats.org/drawingml/2006/main">
            <a:off x="6781800" y="4508500"/>
            <a:ext cx="11684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OFFLINE</a:t>
            </a:r>
          </a:p>
        </p:txBody>
      </p:sp>
      <p:sp>
        <p:nvSpPr>
          <p:cNvPr id="30" name="">
            <a:extLst xmlns:a="http://schemas.openxmlformats.org/drawingml/2006/main">
              <a:ext uri="{FF2B5EF4-FFF2-40B4-BE49-F238E27FC236}">
                <a16:creationId xmlns:a16="http://schemas.microsoft.com/office/drawing/2014/main" id="{B8E18237-7329-4F7A-BDDF-42486E158B9F}"/>
              </a:ext>
            </a:extLst>
          </p:cNvPr>
          <p:cNvSpPr>
            <a:spLocks xmlns:a="http://schemas.openxmlformats.org/drawingml/2006/main" noGrp="1"/>
          </p:cNvSpPr>
          <p:nvPr/>
        </p:nvSpPr>
        <p:spPr>
          <a:xfrm xmlns:a="http://schemas.openxmlformats.org/drawingml/2006/main">
            <a:off x="8153400" y="4470400"/>
            <a:ext cx="30226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Queued locally, synced reliably</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0e531405ad4b4cb5"/>
          <a:stretch xmlns:a="http://schemas.openxmlformats.org/drawingml/2006/main"/>
        </p:blipFill>
        <p:spPr>
          <a:xfrm xmlns:a="http://schemas.openxmlformats.org/drawingml/2006/main">
            <a:off x="6604000" y="5119370"/>
            <a:ext cx="4572000" cy="1508760"/>
          </a:xfrm>
          <a:prstGeom xmlns:a="http://schemas.openxmlformats.org/drawingml/2006/main" prst="rect">
            <a:avLst/>
          </a:prstGeom>
        </p:spPr>
      </p:pic>
    </p:spTree>
    <p:extLst>
      <p:ext uri="{BB962C8B-B14F-4D97-AF65-F5344CB8AC3E}">
        <p14:creationId xmlns:p14="http://schemas.microsoft.com/office/powerpoint/2010/main" val="3482215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e7374ae9fb2465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1C04AC-A11F-4250-9FCA-1BEC57C4AE20}"/>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E6B44451-5DE9-49F5-A1AD-03B73D2EEE0F}"/>
              </a:ext>
            </a:extLst>
          </p:cNvPr>
          <p:cNvSpPr>
            <a:spLocks xmlns:a="http://schemas.openxmlformats.org/drawingml/2006/main" noGrp="1"/>
          </p:cNvSpPr>
          <p:nvPr/>
        </p:nvSpPr>
        <p:spPr>
          <a:xfrm xmlns:a="http://schemas.openxmlformats.org/drawingml/2006/main">
            <a:off x="762000" y="508000"/>
            <a:ext cx="1320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SYSTEM</a:t>
            </a:r>
          </a:p>
        </p:txBody>
      </p:sp>
      <p:sp>
        <p:nvSpPr>
          <p:cNvPr id="4" name="">
            <a:extLst xmlns:a="http://schemas.openxmlformats.org/drawingml/2006/main">
              <a:ext uri="{FF2B5EF4-FFF2-40B4-BE49-F238E27FC236}">
                <a16:creationId xmlns:a16="http://schemas.microsoft.com/office/drawing/2014/main" id="{42003DF2-31E0-499C-9C3C-69435A6252DF}"/>
              </a:ext>
            </a:extLst>
          </p:cNvPr>
          <p:cNvSpPr>
            <a:spLocks xmlns:a="http://schemas.openxmlformats.org/drawingml/2006/main" noGrp="1"/>
          </p:cNvSpPr>
          <p:nvPr/>
        </p:nvSpPr>
        <p:spPr>
          <a:xfrm xmlns:a="http://schemas.openxmlformats.org/drawingml/2006/main">
            <a:off x="2235200" y="657225"/>
            <a:ext cx="86360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0F3389FC-5139-4551-9318-AB07210D6590}"/>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6682173B-01EC-46D2-AD9A-5D1FC8D44012}"/>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08</a:t>
            </a:r>
          </a:p>
        </p:txBody>
      </p:sp>
      <p:sp>
        <p:nvSpPr>
          <p:cNvPr id="7" name="slide-08-title">
            <a:extLst xmlns:a="http://schemas.openxmlformats.org/drawingml/2006/main">
              <a:ext uri="{FF2B5EF4-FFF2-40B4-BE49-F238E27FC236}">
                <a16:creationId xmlns:a16="http://schemas.microsoft.com/office/drawing/2014/main" id="{E3C2BBE2-D279-4A28-9551-DE63972F14B4}"/>
              </a:ext>
            </a:extLst>
          </p:cNvPr>
          <p:cNvSpPr>
            <a:spLocks xmlns:a="http://schemas.openxmlformats.org/drawingml/2006/main" noGrp="1"/>
          </p:cNvSpPr>
          <p:nvPr/>
        </p:nvSpPr>
        <p:spPr>
          <a:xfrm xmlns:a="http://schemas.openxmlformats.org/drawingml/2006/main">
            <a:off x="762000" y="990600"/>
            <a:ext cx="106680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600" b="1">
                <a:solidFill>
                  <a:srgbClr val="111111"/>
                </a:solidFill>
                <a:latin typeface="Avenir Next"/>
                <a:ea typeface="Avenir Next"/>
                <a:cs typeface="Avenir Next"/>
              </a:defRPr>
            </a:pPr>
            <a:r>
              <a:rPr sz="2600" b="1">
                <a:solidFill>
                  <a:srgbClr val="111111"/>
                </a:solidFill>
                <a:latin typeface="Avenir Next"/>
                <a:ea typeface="Avenir Next"/>
                <a:cs typeface="Avenir Next"/>
              </a:rPr>
              <a:t>AI transforms the content without becoming the product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b8076be472e431d"/>
          <a:stretch xmlns:a="http://schemas.openxmlformats.org/drawingml/2006/main"/>
        </p:blipFill>
        <p:spPr>
          <a:xfrm xmlns:a="http://schemas.openxmlformats.org/drawingml/2006/main">
            <a:off x="1402080" y="1651000"/>
            <a:ext cx="9387840" cy="5029200"/>
          </a:xfrm>
          <a:prstGeom xmlns:a="http://schemas.openxmlformats.org/drawingml/2006/main" prst="rect">
            <a:avLst/>
          </a:prstGeom>
        </p:spPr>
      </p:pic>
    </p:spTree>
    <p:extLst>
      <p:ext uri="{BB962C8B-B14F-4D97-AF65-F5344CB8AC3E}">
        <p14:creationId xmlns:p14="http://schemas.microsoft.com/office/powerpoint/2010/main" val="137074285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ef96d76793a4d0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AF5BAB-D01D-4EEC-9D00-8533964C269E}"/>
              </a:ext>
            </a:extLst>
          </p:cNvPr>
          <p:cNvSpPr>
            <a:spLocks xmlns:a="http://schemas.openxmlformats.org/drawingml/2006/main" noGrp="1"/>
          </p:cNvSpPr>
          <p:nvPr/>
        </p:nvSpPr>
        <p:spPr>
          <a:xfrm xmlns:a="http://schemas.openxmlformats.org/drawingml/2006/main">
            <a:off x="762000" y="508000"/>
            <a:ext cx="17526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A63E3511-EF8F-4F6C-8127-9947A04AD963}"/>
              </a:ext>
            </a:extLst>
          </p:cNvPr>
          <p:cNvSpPr>
            <a:spLocks xmlns:a="http://schemas.openxmlformats.org/drawingml/2006/main" noGrp="1"/>
          </p:cNvSpPr>
          <p:nvPr/>
        </p:nvSpPr>
        <p:spPr>
          <a:xfrm xmlns:a="http://schemas.openxmlformats.org/drawingml/2006/main">
            <a:off x="762000" y="508000"/>
            <a:ext cx="17526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ENGINEERING</a:t>
            </a:r>
          </a:p>
        </p:txBody>
      </p:sp>
      <p:sp>
        <p:nvSpPr>
          <p:cNvPr id="4" name="">
            <a:extLst xmlns:a="http://schemas.openxmlformats.org/drawingml/2006/main">
              <a:ext uri="{FF2B5EF4-FFF2-40B4-BE49-F238E27FC236}">
                <a16:creationId xmlns:a16="http://schemas.microsoft.com/office/drawing/2014/main" id="{443047FA-A6B3-41F6-8E63-71805BBAF6B8}"/>
              </a:ext>
            </a:extLst>
          </p:cNvPr>
          <p:cNvSpPr>
            <a:spLocks xmlns:a="http://schemas.openxmlformats.org/drawingml/2006/main" noGrp="1"/>
          </p:cNvSpPr>
          <p:nvPr/>
        </p:nvSpPr>
        <p:spPr>
          <a:xfrm xmlns:a="http://schemas.openxmlformats.org/drawingml/2006/main">
            <a:off x="2667000" y="657225"/>
            <a:ext cx="82042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3A9C2A69-B097-46C5-83C3-2511B6AFB3C8}"/>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5C7F9BBF-DE33-4BBB-8F93-129211747C9A}"/>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09</a:t>
            </a:r>
          </a:p>
        </p:txBody>
      </p:sp>
      <p:sp>
        <p:nvSpPr>
          <p:cNvPr id="7" name="slide-09-title">
            <a:extLst xmlns:a="http://schemas.openxmlformats.org/drawingml/2006/main">
              <a:ext uri="{FF2B5EF4-FFF2-40B4-BE49-F238E27FC236}">
                <a16:creationId xmlns:a16="http://schemas.microsoft.com/office/drawing/2014/main" id="{245108F9-5DE7-439A-993B-34D3A0374A5D}"/>
              </a:ext>
            </a:extLst>
          </p:cNvPr>
          <p:cNvSpPr>
            <a:spLocks xmlns:a="http://schemas.openxmlformats.org/drawingml/2006/main" noGrp="1"/>
          </p:cNvSpPr>
          <p:nvPr/>
        </p:nvSpPr>
        <p:spPr>
          <a:xfrm xmlns:a="http://schemas.openxmlformats.org/drawingml/2006/main">
            <a:off x="762000" y="990600"/>
            <a:ext cx="106680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600" b="1">
                <a:solidFill>
                  <a:srgbClr val="111111"/>
                </a:solidFill>
                <a:latin typeface="Avenir Next"/>
                <a:ea typeface="Avenir Next"/>
                <a:cs typeface="Avenir Next"/>
              </a:defRPr>
            </a:pPr>
            <a:r>
              <a:rPr sz="2600" b="1">
                <a:solidFill>
                  <a:srgbClr val="111111"/>
                </a:solidFill>
                <a:latin typeface="Avenir Next"/>
                <a:ea typeface="Avenir Next"/>
                <a:cs typeface="Avenir Next"/>
              </a:rPr>
              <a:t>Designed to recover, stay consistent, and protect data</a:t>
            </a:r>
          </a:p>
        </p:txBody>
      </p:sp>
      <p:sp>
        <p:nvSpPr>
          <p:cNvPr id="8" name="">
            <a:extLst xmlns:a="http://schemas.openxmlformats.org/drawingml/2006/main">
              <a:ext uri="{FF2B5EF4-FFF2-40B4-BE49-F238E27FC236}">
                <a16:creationId xmlns:a16="http://schemas.microsoft.com/office/drawing/2014/main" id="{67529C42-275B-48D1-B03F-D8814A90D1CD}"/>
              </a:ext>
            </a:extLst>
          </p:cNvPr>
          <p:cNvSpPr>
            <a:spLocks xmlns:a="http://schemas.openxmlformats.org/drawingml/2006/main" noGrp="1"/>
          </p:cNvSpPr>
          <p:nvPr/>
        </p:nvSpPr>
        <p:spPr>
          <a:xfrm xmlns:a="http://schemas.openxmlformats.org/drawingml/2006/main">
            <a:off x="825500" y="2349500"/>
            <a:ext cx="3352800" cy="1905000"/>
          </a:xfrm>
          <a:prstGeom xmlns:a="http://schemas.openxmlformats.org/drawingml/2006/main" prst="roundRect">
            <a:avLst>
              <a:gd name="adj" fmla="val 8000"/>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C8CACE15-5093-45F2-8AD9-AAA83A301883}"/>
              </a:ext>
            </a:extLst>
          </p:cNvPr>
          <p:cNvSpPr>
            <a:spLocks xmlns:a="http://schemas.openxmlformats.org/drawingml/2006/main" noGrp="1"/>
          </p:cNvSpPr>
          <p:nvPr/>
        </p:nvSpPr>
        <p:spPr>
          <a:xfrm xmlns:a="http://schemas.openxmlformats.org/drawingml/2006/main">
            <a:off x="762000" y="2286000"/>
            <a:ext cx="3352800" cy="1905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31750">
            <a:solidFill>
              <a:srgbClr val="111111"/>
            </a:solidFill>
            <a:prstDash val="solid"/>
          </a:ln>
        </p:spPr>
      </p:sp>
      <p:sp>
        <p:nvSpPr>
          <p:cNvPr id="10" name="">
            <a:extLst xmlns:a="http://schemas.openxmlformats.org/drawingml/2006/main">
              <a:ext uri="{FF2B5EF4-FFF2-40B4-BE49-F238E27FC236}">
                <a16:creationId xmlns:a16="http://schemas.microsoft.com/office/drawing/2014/main" id="{D1BA1F4A-9CE8-41F8-8AB6-F5E489868797}"/>
              </a:ext>
            </a:extLst>
          </p:cNvPr>
          <p:cNvSpPr>
            <a:spLocks xmlns:a="http://schemas.openxmlformats.org/drawingml/2006/main" noGrp="1"/>
          </p:cNvSpPr>
          <p:nvPr/>
        </p:nvSpPr>
        <p:spPr>
          <a:xfrm xmlns:a="http://schemas.openxmlformats.org/drawingml/2006/main">
            <a:off x="1016000" y="2514600"/>
            <a:ext cx="2159000" cy="330200"/>
          </a:xfrm>
          <a:prstGeom xmlns:a="http://schemas.openxmlformats.org/drawingml/2006/main" prst="roundRect">
            <a:avLst>
              <a:gd name="adj" fmla="val 50000"/>
            </a:avLst>
          </a:prstGeom>
          <a:solidFill xmlns:a="http://schemas.openxmlformats.org/drawingml/2006/main">
            <a:srgbClr val="2FDD6C"/>
          </a:solidFill>
          <a:ln xmlns:a="http://schemas.openxmlformats.org/drawingml/2006/main" w="22225">
            <a:solidFill>
              <a:srgbClr val="111111"/>
            </a:solidFill>
            <a:prstDash val="solid"/>
          </a:ln>
        </p:spPr>
      </p:sp>
      <p:sp>
        <p:nvSpPr>
          <p:cNvPr id="11" name="">
            <a:extLst xmlns:a="http://schemas.openxmlformats.org/drawingml/2006/main">
              <a:ext uri="{FF2B5EF4-FFF2-40B4-BE49-F238E27FC236}">
                <a16:creationId xmlns:a16="http://schemas.microsoft.com/office/drawing/2014/main" id="{E09EFDB8-9396-4199-AF30-027426E1B026}"/>
              </a:ext>
            </a:extLst>
          </p:cNvPr>
          <p:cNvSpPr>
            <a:spLocks xmlns:a="http://schemas.openxmlformats.org/drawingml/2006/main" noGrp="1"/>
          </p:cNvSpPr>
          <p:nvPr/>
        </p:nvSpPr>
        <p:spPr>
          <a:xfrm xmlns:a="http://schemas.openxmlformats.org/drawingml/2006/main">
            <a:off x="1016000" y="2514600"/>
            <a:ext cx="2159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STATE MACHINE</a:t>
            </a:r>
          </a:p>
        </p:txBody>
      </p:sp>
      <p:sp>
        <p:nvSpPr>
          <p:cNvPr id="12" name="">
            <a:extLst xmlns:a="http://schemas.openxmlformats.org/drawingml/2006/main">
              <a:ext uri="{FF2B5EF4-FFF2-40B4-BE49-F238E27FC236}">
                <a16:creationId xmlns:a16="http://schemas.microsoft.com/office/drawing/2014/main" id="{CCD779C6-6023-431A-B063-1F218506E6F0}"/>
              </a:ext>
            </a:extLst>
          </p:cNvPr>
          <p:cNvSpPr>
            <a:spLocks xmlns:a="http://schemas.openxmlformats.org/drawingml/2006/main" noGrp="1"/>
          </p:cNvSpPr>
          <p:nvPr/>
        </p:nvSpPr>
        <p:spPr>
          <a:xfrm xmlns:a="http://schemas.openxmlformats.org/drawingml/2006/main">
            <a:off x="1041400" y="3149600"/>
            <a:ext cx="2794000" cy="73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Keeps capture and generation states predictable</a:t>
            </a:r>
          </a:p>
        </p:txBody>
      </p:sp>
      <p:sp>
        <p:nvSpPr>
          <p:cNvPr id="13" name="">
            <a:extLst xmlns:a="http://schemas.openxmlformats.org/drawingml/2006/main">
              <a:ext uri="{FF2B5EF4-FFF2-40B4-BE49-F238E27FC236}">
                <a16:creationId xmlns:a16="http://schemas.microsoft.com/office/drawing/2014/main" id="{8A86A451-E2F9-4D27-B9CE-5E14FBD8DD4E}"/>
              </a:ext>
            </a:extLst>
          </p:cNvPr>
          <p:cNvSpPr>
            <a:spLocks xmlns:a="http://schemas.openxmlformats.org/drawingml/2006/main" noGrp="1"/>
          </p:cNvSpPr>
          <p:nvPr/>
        </p:nvSpPr>
        <p:spPr>
          <a:xfrm xmlns:a="http://schemas.openxmlformats.org/drawingml/2006/main">
            <a:off x="4483100" y="2349500"/>
            <a:ext cx="3352800" cy="1905000"/>
          </a:xfrm>
          <a:prstGeom xmlns:a="http://schemas.openxmlformats.org/drawingml/2006/main" prst="roundRect">
            <a:avLst>
              <a:gd name="adj" fmla="val 8000"/>
            </a:avLst>
          </a:prstGeom>
          <a:solidFill xmlns:a="http://schemas.openxmlformats.org/drawingml/2006/main">
            <a:srgbClr val="111111"/>
          </a:solidFill>
          <a:ln xmlns:a="http://schemas.openxmlformats.org/drawingml/2006/main" w="0">
            <a:solidFill>
              <a:srgbClr val="111111"/>
            </a:solidFill>
            <a:prstDash val="solid"/>
          </a:ln>
        </p:spPr>
      </p:sp>
      <p:sp>
        <p:nvSpPr>
          <p:cNvPr id="14" name="">
            <a:extLst xmlns:a="http://schemas.openxmlformats.org/drawingml/2006/main">
              <a:ext uri="{FF2B5EF4-FFF2-40B4-BE49-F238E27FC236}">
                <a16:creationId xmlns:a16="http://schemas.microsoft.com/office/drawing/2014/main" id="{51F20DB7-71CB-4BE0-954C-92F4E9DAC5AD}"/>
              </a:ext>
            </a:extLst>
          </p:cNvPr>
          <p:cNvSpPr>
            <a:spLocks xmlns:a="http://schemas.openxmlformats.org/drawingml/2006/main" noGrp="1"/>
          </p:cNvSpPr>
          <p:nvPr/>
        </p:nvSpPr>
        <p:spPr>
          <a:xfrm xmlns:a="http://schemas.openxmlformats.org/drawingml/2006/main">
            <a:off x="4419600" y="2286000"/>
            <a:ext cx="3352800" cy="1905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31750">
            <a:solidFill>
              <a:srgbClr val="111111"/>
            </a:solidFill>
            <a:prstDash val="solid"/>
          </a:ln>
        </p:spPr>
      </p:sp>
      <p:sp>
        <p:nvSpPr>
          <p:cNvPr id="15" name="">
            <a:extLst xmlns:a="http://schemas.openxmlformats.org/drawingml/2006/main">
              <a:ext uri="{FF2B5EF4-FFF2-40B4-BE49-F238E27FC236}">
                <a16:creationId xmlns:a16="http://schemas.microsoft.com/office/drawing/2014/main" id="{3B9DBC43-78DB-41CC-A4D3-132F09482FB1}"/>
              </a:ext>
            </a:extLst>
          </p:cNvPr>
          <p:cNvSpPr>
            <a:spLocks xmlns:a="http://schemas.openxmlformats.org/drawingml/2006/main" noGrp="1"/>
          </p:cNvSpPr>
          <p:nvPr/>
        </p:nvSpPr>
        <p:spPr>
          <a:xfrm xmlns:a="http://schemas.openxmlformats.org/drawingml/2006/main">
            <a:off x="4673600" y="2514600"/>
            <a:ext cx="2159000" cy="330200"/>
          </a:xfrm>
          <a:prstGeom xmlns:a="http://schemas.openxmlformats.org/drawingml/2006/main" prst="roundRect">
            <a:avLst>
              <a:gd name="adj" fmla="val 50000"/>
            </a:avLst>
          </a:prstGeom>
          <a:solidFill xmlns:a="http://schemas.openxmlformats.org/drawingml/2006/main">
            <a:srgbClr val="276EF1"/>
          </a:solidFill>
          <a:ln xmlns:a="http://schemas.openxmlformats.org/drawingml/2006/main" w="22225">
            <a:solidFill>
              <a:srgbClr val="111111"/>
            </a:solidFill>
            <a:prstDash val="solid"/>
          </a:ln>
        </p:spPr>
      </p:sp>
      <p:sp>
        <p:nvSpPr>
          <p:cNvPr id="16" name="">
            <a:extLst xmlns:a="http://schemas.openxmlformats.org/drawingml/2006/main">
              <a:ext uri="{FF2B5EF4-FFF2-40B4-BE49-F238E27FC236}">
                <a16:creationId xmlns:a16="http://schemas.microsoft.com/office/drawing/2014/main" id="{BB4999C6-66CA-419F-9AEE-C2F8A8524763}"/>
              </a:ext>
            </a:extLst>
          </p:cNvPr>
          <p:cNvSpPr>
            <a:spLocks xmlns:a="http://schemas.openxmlformats.org/drawingml/2006/main" noGrp="1"/>
          </p:cNvSpPr>
          <p:nvPr/>
        </p:nvSpPr>
        <p:spPr>
          <a:xfrm xmlns:a="http://schemas.openxmlformats.org/drawingml/2006/main">
            <a:off x="4673600" y="2514600"/>
            <a:ext cx="2159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ZOD CONTRACTS</a:t>
            </a:r>
          </a:p>
        </p:txBody>
      </p:sp>
      <p:sp>
        <p:nvSpPr>
          <p:cNvPr id="17" name="">
            <a:extLst xmlns:a="http://schemas.openxmlformats.org/drawingml/2006/main">
              <a:ext uri="{FF2B5EF4-FFF2-40B4-BE49-F238E27FC236}">
                <a16:creationId xmlns:a16="http://schemas.microsoft.com/office/drawing/2014/main" id="{BB37873B-8AFE-4884-8996-D09583847C29}"/>
              </a:ext>
            </a:extLst>
          </p:cNvPr>
          <p:cNvSpPr>
            <a:spLocks xmlns:a="http://schemas.openxmlformats.org/drawingml/2006/main" noGrp="1"/>
          </p:cNvSpPr>
          <p:nvPr/>
        </p:nvSpPr>
        <p:spPr>
          <a:xfrm xmlns:a="http://schemas.openxmlformats.org/drawingml/2006/main">
            <a:off x="4699000" y="3149600"/>
            <a:ext cx="2794000" cy="73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Keeps the app and API in agreement</a:t>
            </a:r>
          </a:p>
        </p:txBody>
      </p:sp>
      <p:sp>
        <p:nvSpPr>
          <p:cNvPr id="18" name="">
            <a:extLst xmlns:a="http://schemas.openxmlformats.org/drawingml/2006/main">
              <a:ext uri="{FF2B5EF4-FFF2-40B4-BE49-F238E27FC236}">
                <a16:creationId xmlns:a16="http://schemas.microsoft.com/office/drawing/2014/main" id="{4F10EBE0-E50F-4CAB-B885-7CD081E0136C}"/>
              </a:ext>
            </a:extLst>
          </p:cNvPr>
          <p:cNvSpPr>
            <a:spLocks xmlns:a="http://schemas.openxmlformats.org/drawingml/2006/main" noGrp="1"/>
          </p:cNvSpPr>
          <p:nvPr/>
        </p:nvSpPr>
        <p:spPr>
          <a:xfrm xmlns:a="http://schemas.openxmlformats.org/drawingml/2006/main">
            <a:off x="8140700" y="2349500"/>
            <a:ext cx="3352800" cy="1905000"/>
          </a:xfrm>
          <a:prstGeom xmlns:a="http://schemas.openxmlformats.org/drawingml/2006/main" prst="roundRect">
            <a:avLst>
              <a:gd name="adj" fmla="val 8000"/>
            </a:avLst>
          </a:prstGeom>
          <a:solidFill xmlns:a="http://schemas.openxmlformats.org/drawingml/2006/main">
            <a:srgbClr val="111111"/>
          </a:solidFill>
          <a:ln xmlns:a="http://schemas.openxmlformats.org/drawingml/2006/main" w="0">
            <a:solidFill>
              <a:srgbClr val="111111"/>
            </a:solidFill>
            <a:prstDash val="solid"/>
          </a:ln>
        </p:spPr>
      </p:sp>
      <p:sp>
        <p:nvSpPr>
          <p:cNvPr id="19" name="">
            <a:extLst xmlns:a="http://schemas.openxmlformats.org/drawingml/2006/main">
              <a:ext uri="{FF2B5EF4-FFF2-40B4-BE49-F238E27FC236}">
                <a16:creationId xmlns:a16="http://schemas.microsoft.com/office/drawing/2014/main" id="{BC69E83E-EFFF-4695-9C95-7C3F35D7B2CA}"/>
              </a:ext>
            </a:extLst>
          </p:cNvPr>
          <p:cNvSpPr>
            <a:spLocks xmlns:a="http://schemas.openxmlformats.org/drawingml/2006/main" noGrp="1"/>
          </p:cNvSpPr>
          <p:nvPr/>
        </p:nvSpPr>
        <p:spPr>
          <a:xfrm xmlns:a="http://schemas.openxmlformats.org/drawingml/2006/main">
            <a:off x="8077200" y="2286000"/>
            <a:ext cx="3352800" cy="1905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31750">
            <a:solidFill>
              <a:srgbClr val="111111"/>
            </a:solidFill>
            <a:prstDash val="solid"/>
          </a:ln>
        </p:spPr>
      </p:sp>
      <p:sp>
        <p:nvSpPr>
          <p:cNvPr id="20" name="">
            <a:extLst xmlns:a="http://schemas.openxmlformats.org/drawingml/2006/main">
              <a:ext uri="{FF2B5EF4-FFF2-40B4-BE49-F238E27FC236}">
                <a16:creationId xmlns:a16="http://schemas.microsoft.com/office/drawing/2014/main" id="{6D2B79EA-DEC3-42DE-8571-7AAEBB0CBB8A}"/>
              </a:ext>
            </a:extLst>
          </p:cNvPr>
          <p:cNvSpPr>
            <a:spLocks xmlns:a="http://schemas.openxmlformats.org/drawingml/2006/main" noGrp="1"/>
          </p:cNvSpPr>
          <p:nvPr/>
        </p:nvSpPr>
        <p:spPr>
          <a:xfrm xmlns:a="http://schemas.openxmlformats.org/drawingml/2006/main">
            <a:off x="8331200" y="2514600"/>
            <a:ext cx="2159000" cy="330200"/>
          </a:xfrm>
          <a:prstGeom xmlns:a="http://schemas.openxmlformats.org/drawingml/2006/main" prst="roundRect">
            <a:avLst>
              <a:gd name="adj" fmla="val 50000"/>
            </a:avLst>
          </a:prstGeom>
          <a:solidFill xmlns:a="http://schemas.openxmlformats.org/drawingml/2006/main">
            <a:srgbClr val="9FD0F8"/>
          </a:solidFill>
          <a:ln xmlns:a="http://schemas.openxmlformats.org/drawingml/2006/main" w="22225">
            <a:solidFill>
              <a:srgbClr val="111111"/>
            </a:solidFill>
            <a:prstDash val="solid"/>
          </a:ln>
        </p:spPr>
      </p:sp>
      <p:sp>
        <p:nvSpPr>
          <p:cNvPr id="21" name="">
            <a:extLst xmlns:a="http://schemas.openxmlformats.org/drawingml/2006/main">
              <a:ext uri="{FF2B5EF4-FFF2-40B4-BE49-F238E27FC236}">
                <a16:creationId xmlns:a16="http://schemas.microsoft.com/office/drawing/2014/main" id="{E30299D5-BEFF-43DE-B27A-EA4ECD6D79DC}"/>
              </a:ext>
            </a:extLst>
          </p:cNvPr>
          <p:cNvSpPr>
            <a:spLocks xmlns:a="http://schemas.openxmlformats.org/drawingml/2006/main" noGrp="1"/>
          </p:cNvSpPr>
          <p:nvPr/>
        </p:nvSpPr>
        <p:spPr>
          <a:xfrm xmlns:a="http://schemas.openxmlformats.org/drawingml/2006/main">
            <a:off x="8331200" y="2514600"/>
            <a:ext cx="2159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TANSTACK QUERY</a:t>
            </a:r>
          </a:p>
        </p:txBody>
      </p:sp>
      <p:sp>
        <p:nvSpPr>
          <p:cNvPr id="22" name="">
            <a:extLst xmlns:a="http://schemas.openxmlformats.org/drawingml/2006/main">
              <a:ext uri="{FF2B5EF4-FFF2-40B4-BE49-F238E27FC236}">
                <a16:creationId xmlns:a16="http://schemas.microsoft.com/office/drawing/2014/main" id="{8A96B737-A47B-473B-B0C7-62D15E6C9E2F}"/>
              </a:ext>
            </a:extLst>
          </p:cNvPr>
          <p:cNvSpPr>
            <a:spLocks xmlns:a="http://schemas.openxmlformats.org/drawingml/2006/main" noGrp="1"/>
          </p:cNvSpPr>
          <p:nvPr/>
        </p:nvSpPr>
        <p:spPr>
          <a:xfrm xmlns:a="http://schemas.openxmlformats.org/drawingml/2006/main">
            <a:off x="8356600" y="3149600"/>
            <a:ext cx="2794000" cy="73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Keeps server state consistent across screens</a:t>
            </a:r>
          </a:p>
        </p:txBody>
      </p:sp>
      <p:sp>
        <p:nvSpPr>
          <p:cNvPr id="23" name="">
            <a:extLst xmlns:a="http://schemas.openxmlformats.org/drawingml/2006/main">
              <a:ext uri="{FF2B5EF4-FFF2-40B4-BE49-F238E27FC236}">
                <a16:creationId xmlns:a16="http://schemas.microsoft.com/office/drawing/2014/main" id="{04E8AD18-207F-450B-B9F0-FDC36B2D6C30}"/>
              </a:ext>
            </a:extLst>
          </p:cNvPr>
          <p:cNvSpPr>
            <a:spLocks xmlns:a="http://schemas.openxmlformats.org/drawingml/2006/main" noGrp="1"/>
          </p:cNvSpPr>
          <p:nvPr/>
        </p:nvSpPr>
        <p:spPr>
          <a:xfrm xmlns:a="http://schemas.openxmlformats.org/drawingml/2006/main">
            <a:off x="825500" y="4533900"/>
            <a:ext cx="3352800" cy="1905000"/>
          </a:xfrm>
          <a:prstGeom xmlns:a="http://schemas.openxmlformats.org/drawingml/2006/main" prst="roundRect">
            <a:avLst>
              <a:gd name="adj" fmla="val 8000"/>
            </a:avLst>
          </a:prstGeom>
          <a:solidFill xmlns:a="http://schemas.openxmlformats.org/drawingml/2006/main">
            <a:srgbClr val="111111"/>
          </a:solidFill>
          <a:ln xmlns:a="http://schemas.openxmlformats.org/drawingml/2006/main" w="0">
            <a:solidFill>
              <a:srgbClr val="111111"/>
            </a:solidFill>
            <a:prstDash val="solid"/>
          </a:ln>
        </p:spPr>
      </p:sp>
      <p:sp>
        <p:nvSpPr>
          <p:cNvPr id="24" name="">
            <a:extLst xmlns:a="http://schemas.openxmlformats.org/drawingml/2006/main">
              <a:ext uri="{FF2B5EF4-FFF2-40B4-BE49-F238E27FC236}">
                <a16:creationId xmlns:a16="http://schemas.microsoft.com/office/drawing/2014/main" id="{2FC002AB-A7B6-4827-8BE3-DD0AD5D31954}"/>
              </a:ext>
            </a:extLst>
          </p:cNvPr>
          <p:cNvSpPr>
            <a:spLocks xmlns:a="http://schemas.openxmlformats.org/drawingml/2006/main" noGrp="1"/>
          </p:cNvSpPr>
          <p:nvPr/>
        </p:nvSpPr>
        <p:spPr>
          <a:xfrm xmlns:a="http://schemas.openxmlformats.org/drawingml/2006/main">
            <a:off x="762000" y="4470400"/>
            <a:ext cx="3352800" cy="1905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31750">
            <a:solidFill>
              <a:srgbClr val="111111"/>
            </a:solidFill>
            <a:prstDash val="solid"/>
          </a:ln>
        </p:spPr>
      </p:sp>
      <p:sp>
        <p:nvSpPr>
          <p:cNvPr id="25" name="">
            <a:extLst xmlns:a="http://schemas.openxmlformats.org/drawingml/2006/main">
              <a:ext uri="{FF2B5EF4-FFF2-40B4-BE49-F238E27FC236}">
                <a16:creationId xmlns:a16="http://schemas.microsoft.com/office/drawing/2014/main" id="{58CBC159-C25F-4D4B-8886-51E844E3BE9A}"/>
              </a:ext>
            </a:extLst>
          </p:cNvPr>
          <p:cNvSpPr>
            <a:spLocks xmlns:a="http://schemas.openxmlformats.org/drawingml/2006/main" noGrp="1"/>
          </p:cNvSpPr>
          <p:nvPr/>
        </p:nvSpPr>
        <p:spPr>
          <a:xfrm xmlns:a="http://schemas.openxmlformats.org/drawingml/2006/main">
            <a:off x="1016000" y="4699000"/>
            <a:ext cx="2159000" cy="330200"/>
          </a:xfrm>
          <a:prstGeom xmlns:a="http://schemas.openxmlformats.org/drawingml/2006/main" prst="roundRect">
            <a:avLst>
              <a:gd name="adj" fmla="val 50000"/>
            </a:avLst>
          </a:prstGeom>
          <a:solidFill xmlns:a="http://schemas.openxmlformats.org/drawingml/2006/main">
            <a:srgbClr val="9B7CFF"/>
          </a:solidFill>
          <a:ln xmlns:a="http://schemas.openxmlformats.org/drawingml/2006/main" w="22225">
            <a:solidFill>
              <a:srgbClr val="111111"/>
            </a:solidFill>
            <a:prstDash val="solid"/>
          </a:ln>
        </p:spPr>
      </p:sp>
      <p:sp>
        <p:nvSpPr>
          <p:cNvPr id="26" name="">
            <a:extLst xmlns:a="http://schemas.openxmlformats.org/drawingml/2006/main">
              <a:ext uri="{FF2B5EF4-FFF2-40B4-BE49-F238E27FC236}">
                <a16:creationId xmlns:a16="http://schemas.microsoft.com/office/drawing/2014/main" id="{853D7FE0-0160-415D-8F9E-860927E6EA60}"/>
              </a:ext>
            </a:extLst>
          </p:cNvPr>
          <p:cNvSpPr>
            <a:spLocks xmlns:a="http://schemas.openxmlformats.org/drawingml/2006/main" noGrp="1"/>
          </p:cNvSpPr>
          <p:nvPr/>
        </p:nvSpPr>
        <p:spPr>
          <a:xfrm xmlns:a="http://schemas.openxmlformats.org/drawingml/2006/main">
            <a:off x="1016000" y="4699000"/>
            <a:ext cx="2159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IDEMPOTENCY</a:t>
            </a:r>
          </a:p>
        </p:txBody>
      </p:sp>
      <p:sp>
        <p:nvSpPr>
          <p:cNvPr id="27" name="">
            <a:extLst xmlns:a="http://schemas.openxmlformats.org/drawingml/2006/main">
              <a:ext uri="{FF2B5EF4-FFF2-40B4-BE49-F238E27FC236}">
                <a16:creationId xmlns:a16="http://schemas.microsoft.com/office/drawing/2014/main" id="{E69CF9F5-B1E5-4CEC-86CF-EF1180FA5089}"/>
              </a:ext>
            </a:extLst>
          </p:cNvPr>
          <p:cNvSpPr>
            <a:spLocks xmlns:a="http://schemas.openxmlformats.org/drawingml/2006/main" noGrp="1"/>
          </p:cNvSpPr>
          <p:nvPr/>
        </p:nvSpPr>
        <p:spPr>
          <a:xfrm xmlns:a="http://schemas.openxmlformats.org/drawingml/2006/main">
            <a:off x="1041400" y="5334000"/>
            <a:ext cx="2794000" cy="73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Prevents duplicate AI work after retries</a:t>
            </a:r>
          </a:p>
        </p:txBody>
      </p:sp>
      <p:sp>
        <p:nvSpPr>
          <p:cNvPr id="28" name="">
            <a:extLst xmlns:a="http://schemas.openxmlformats.org/drawingml/2006/main">
              <a:ext uri="{FF2B5EF4-FFF2-40B4-BE49-F238E27FC236}">
                <a16:creationId xmlns:a16="http://schemas.microsoft.com/office/drawing/2014/main" id="{E7A3E263-A287-4E10-9A55-D55F0C498F2E}"/>
              </a:ext>
            </a:extLst>
          </p:cNvPr>
          <p:cNvSpPr>
            <a:spLocks xmlns:a="http://schemas.openxmlformats.org/drawingml/2006/main" noGrp="1"/>
          </p:cNvSpPr>
          <p:nvPr/>
        </p:nvSpPr>
        <p:spPr>
          <a:xfrm xmlns:a="http://schemas.openxmlformats.org/drawingml/2006/main">
            <a:off x="4483100" y="4533900"/>
            <a:ext cx="3352800" cy="1905000"/>
          </a:xfrm>
          <a:prstGeom xmlns:a="http://schemas.openxmlformats.org/drawingml/2006/main" prst="roundRect">
            <a:avLst>
              <a:gd name="adj" fmla="val 8000"/>
            </a:avLst>
          </a:prstGeom>
          <a:solidFill xmlns:a="http://schemas.openxmlformats.org/drawingml/2006/main">
            <a:srgbClr val="111111"/>
          </a:solidFill>
          <a:ln xmlns:a="http://schemas.openxmlformats.org/drawingml/2006/main" w="0">
            <a:solidFill>
              <a:srgbClr val="111111"/>
            </a:solidFill>
            <a:prstDash val="solid"/>
          </a:ln>
        </p:spPr>
      </p:sp>
      <p:sp>
        <p:nvSpPr>
          <p:cNvPr id="29" name="">
            <a:extLst xmlns:a="http://schemas.openxmlformats.org/drawingml/2006/main">
              <a:ext uri="{FF2B5EF4-FFF2-40B4-BE49-F238E27FC236}">
                <a16:creationId xmlns:a16="http://schemas.microsoft.com/office/drawing/2014/main" id="{D7B85C12-FA67-4E0B-9879-4BA9566EA329}"/>
              </a:ext>
            </a:extLst>
          </p:cNvPr>
          <p:cNvSpPr>
            <a:spLocks xmlns:a="http://schemas.openxmlformats.org/drawingml/2006/main" noGrp="1"/>
          </p:cNvSpPr>
          <p:nvPr/>
        </p:nvSpPr>
        <p:spPr>
          <a:xfrm xmlns:a="http://schemas.openxmlformats.org/drawingml/2006/main">
            <a:off x="4419600" y="4470400"/>
            <a:ext cx="3352800" cy="1905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31750">
            <a:solidFill>
              <a:srgbClr val="111111"/>
            </a:solidFill>
            <a:prstDash val="solid"/>
          </a:ln>
        </p:spPr>
      </p:sp>
      <p:sp>
        <p:nvSpPr>
          <p:cNvPr id="30" name="">
            <a:extLst xmlns:a="http://schemas.openxmlformats.org/drawingml/2006/main">
              <a:ext uri="{FF2B5EF4-FFF2-40B4-BE49-F238E27FC236}">
                <a16:creationId xmlns:a16="http://schemas.microsoft.com/office/drawing/2014/main" id="{EFF5128D-4865-42CC-8933-9C39685F2677}"/>
              </a:ext>
            </a:extLst>
          </p:cNvPr>
          <p:cNvSpPr>
            <a:spLocks xmlns:a="http://schemas.openxmlformats.org/drawingml/2006/main" noGrp="1"/>
          </p:cNvSpPr>
          <p:nvPr/>
        </p:nvSpPr>
        <p:spPr>
          <a:xfrm xmlns:a="http://schemas.openxmlformats.org/drawingml/2006/main">
            <a:off x="4673600" y="4699000"/>
            <a:ext cx="2159000" cy="330200"/>
          </a:xfrm>
          <a:prstGeom xmlns:a="http://schemas.openxmlformats.org/drawingml/2006/main" prst="roundRect">
            <a:avLst>
              <a:gd name="adj" fmla="val 50000"/>
            </a:avLst>
          </a:prstGeom>
          <a:solidFill xmlns:a="http://schemas.openxmlformats.org/drawingml/2006/main">
            <a:srgbClr val="FFE2A6"/>
          </a:solidFill>
          <a:ln xmlns:a="http://schemas.openxmlformats.org/drawingml/2006/main" w="22225">
            <a:solidFill>
              <a:srgbClr val="111111"/>
            </a:solidFill>
            <a:prstDash val="solid"/>
          </a:ln>
        </p:spPr>
      </p:sp>
      <p:sp>
        <p:nvSpPr>
          <p:cNvPr id="31" name="">
            <a:extLst xmlns:a="http://schemas.openxmlformats.org/drawingml/2006/main">
              <a:ext uri="{FF2B5EF4-FFF2-40B4-BE49-F238E27FC236}">
                <a16:creationId xmlns:a16="http://schemas.microsoft.com/office/drawing/2014/main" id="{F3BC9FF7-E372-46C0-97CC-E3F00A13D0E6}"/>
              </a:ext>
            </a:extLst>
          </p:cNvPr>
          <p:cNvSpPr>
            <a:spLocks xmlns:a="http://schemas.openxmlformats.org/drawingml/2006/main" noGrp="1"/>
          </p:cNvSpPr>
          <p:nvPr/>
        </p:nvSpPr>
        <p:spPr>
          <a:xfrm xmlns:a="http://schemas.openxmlformats.org/drawingml/2006/main">
            <a:off x="4673600" y="4699000"/>
            <a:ext cx="2159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LOCAL OUTBOX</a:t>
            </a:r>
          </a:p>
        </p:txBody>
      </p:sp>
      <p:sp>
        <p:nvSpPr>
          <p:cNvPr id="32" name="">
            <a:extLst xmlns:a="http://schemas.openxmlformats.org/drawingml/2006/main">
              <a:ext uri="{FF2B5EF4-FFF2-40B4-BE49-F238E27FC236}">
                <a16:creationId xmlns:a16="http://schemas.microsoft.com/office/drawing/2014/main" id="{280245AE-E916-451B-AE73-12A4A2E4B558}"/>
              </a:ext>
            </a:extLst>
          </p:cNvPr>
          <p:cNvSpPr>
            <a:spLocks xmlns:a="http://schemas.openxmlformats.org/drawingml/2006/main" noGrp="1"/>
          </p:cNvSpPr>
          <p:nvPr/>
        </p:nvSpPr>
        <p:spPr>
          <a:xfrm xmlns:a="http://schemas.openxmlformats.org/drawingml/2006/main">
            <a:off x="4699000" y="5334000"/>
            <a:ext cx="2794000" cy="73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Makes review and undo survive temporary failures</a:t>
            </a:r>
          </a:p>
        </p:txBody>
      </p:sp>
      <p:sp>
        <p:nvSpPr>
          <p:cNvPr id="33" name="">
            <a:extLst xmlns:a="http://schemas.openxmlformats.org/drawingml/2006/main">
              <a:ext uri="{FF2B5EF4-FFF2-40B4-BE49-F238E27FC236}">
                <a16:creationId xmlns:a16="http://schemas.microsoft.com/office/drawing/2014/main" id="{0C641759-614B-48B3-9658-955479F9A11D}"/>
              </a:ext>
            </a:extLst>
          </p:cNvPr>
          <p:cNvSpPr>
            <a:spLocks xmlns:a="http://schemas.openxmlformats.org/drawingml/2006/main" noGrp="1"/>
          </p:cNvSpPr>
          <p:nvPr/>
        </p:nvSpPr>
        <p:spPr>
          <a:xfrm xmlns:a="http://schemas.openxmlformats.org/drawingml/2006/main">
            <a:off x="8140700" y="4533900"/>
            <a:ext cx="3352800" cy="1905000"/>
          </a:xfrm>
          <a:prstGeom xmlns:a="http://schemas.openxmlformats.org/drawingml/2006/main" prst="roundRect">
            <a:avLst>
              <a:gd name="adj" fmla="val 8000"/>
            </a:avLst>
          </a:prstGeom>
          <a:solidFill xmlns:a="http://schemas.openxmlformats.org/drawingml/2006/main">
            <a:srgbClr val="111111"/>
          </a:solidFill>
          <a:ln xmlns:a="http://schemas.openxmlformats.org/drawingml/2006/main" w="0">
            <a:solidFill>
              <a:srgbClr val="111111"/>
            </a:solidFill>
            <a:prstDash val="solid"/>
          </a:ln>
        </p:spPr>
      </p:sp>
      <p:sp>
        <p:nvSpPr>
          <p:cNvPr id="34" name="">
            <a:extLst xmlns:a="http://schemas.openxmlformats.org/drawingml/2006/main">
              <a:ext uri="{FF2B5EF4-FFF2-40B4-BE49-F238E27FC236}">
                <a16:creationId xmlns:a16="http://schemas.microsoft.com/office/drawing/2014/main" id="{4F2AC4ED-0CA3-41FD-A054-C06255D8234C}"/>
              </a:ext>
            </a:extLst>
          </p:cNvPr>
          <p:cNvSpPr>
            <a:spLocks xmlns:a="http://schemas.openxmlformats.org/drawingml/2006/main" noGrp="1"/>
          </p:cNvSpPr>
          <p:nvPr/>
        </p:nvSpPr>
        <p:spPr>
          <a:xfrm xmlns:a="http://schemas.openxmlformats.org/drawingml/2006/main">
            <a:off x="8077200" y="4470400"/>
            <a:ext cx="3352800" cy="1905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31750">
            <a:solidFill>
              <a:srgbClr val="111111"/>
            </a:solidFill>
            <a:prstDash val="solid"/>
          </a:ln>
        </p:spPr>
      </p:sp>
      <p:sp>
        <p:nvSpPr>
          <p:cNvPr id="35" name="">
            <a:extLst xmlns:a="http://schemas.openxmlformats.org/drawingml/2006/main">
              <a:ext uri="{FF2B5EF4-FFF2-40B4-BE49-F238E27FC236}">
                <a16:creationId xmlns:a16="http://schemas.microsoft.com/office/drawing/2014/main" id="{80C6ABA6-5A22-4A79-97D3-ED906278CCE3}"/>
              </a:ext>
            </a:extLst>
          </p:cNvPr>
          <p:cNvSpPr>
            <a:spLocks xmlns:a="http://schemas.openxmlformats.org/drawingml/2006/main" noGrp="1"/>
          </p:cNvSpPr>
          <p:nvPr/>
        </p:nvSpPr>
        <p:spPr>
          <a:xfrm xmlns:a="http://schemas.openxmlformats.org/drawingml/2006/main">
            <a:off x="8331200" y="4699000"/>
            <a:ext cx="2159000" cy="330200"/>
          </a:xfrm>
          <a:prstGeom xmlns:a="http://schemas.openxmlformats.org/drawingml/2006/main" prst="roundRect">
            <a:avLst>
              <a:gd name="adj" fmla="val 50000"/>
            </a:avLst>
          </a:prstGeom>
          <a:solidFill xmlns:a="http://schemas.openxmlformats.org/drawingml/2006/main">
            <a:srgbClr val="FF7661"/>
          </a:solidFill>
          <a:ln xmlns:a="http://schemas.openxmlformats.org/drawingml/2006/main" w="22225">
            <a:solidFill>
              <a:srgbClr val="111111"/>
            </a:solidFill>
            <a:prstDash val="solid"/>
          </a:ln>
        </p:spPr>
      </p:sp>
      <p:sp>
        <p:nvSpPr>
          <p:cNvPr id="36" name="">
            <a:extLst xmlns:a="http://schemas.openxmlformats.org/drawingml/2006/main">
              <a:ext uri="{FF2B5EF4-FFF2-40B4-BE49-F238E27FC236}">
                <a16:creationId xmlns:a16="http://schemas.microsoft.com/office/drawing/2014/main" id="{8B2BAEE6-C214-4012-A328-EC37968F012D}"/>
              </a:ext>
            </a:extLst>
          </p:cNvPr>
          <p:cNvSpPr>
            <a:spLocks xmlns:a="http://schemas.openxmlformats.org/drawingml/2006/main" noGrp="1"/>
          </p:cNvSpPr>
          <p:nvPr/>
        </p:nvSpPr>
        <p:spPr>
          <a:xfrm xmlns:a="http://schemas.openxmlformats.org/drawingml/2006/main">
            <a:off x="8331200" y="4699000"/>
            <a:ext cx="2159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RLS</a:t>
            </a:r>
          </a:p>
        </p:txBody>
      </p:sp>
      <p:sp>
        <p:nvSpPr>
          <p:cNvPr id="37" name="">
            <a:extLst xmlns:a="http://schemas.openxmlformats.org/drawingml/2006/main">
              <a:ext uri="{FF2B5EF4-FFF2-40B4-BE49-F238E27FC236}">
                <a16:creationId xmlns:a16="http://schemas.microsoft.com/office/drawing/2014/main" id="{5401A27B-0358-44AE-8F58-7897FD79C093}"/>
              </a:ext>
            </a:extLst>
          </p:cNvPr>
          <p:cNvSpPr>
            <a:spLocks xmlns:a="http://schemas.openxmlformats.org/drawingml/2006/main" noGrp="1"/>
          </p:cNvSpPr>
          <p:nvPr/>
        </p:nvSpPr>
        <p:spPr>
          <a:xfrm xmlns:a="http://schemas.openxmlformats.org/drawingml/2006/main">
            <a:off x="8356600" y="5334000"/>
            <a:ext cx="2794000" cy="736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0000"/>
              </a:lnSpc>
              <a:buNone/>
              <a:defRPr sz="1250" b="1">
                <a:solidFill>
                  <a:srgbClr val="111111"/>
                </a:solidFill>
                <a:latin typeface="Avenir Next"/>
                <a:ea typeface="Avenir Next"/>
                <a:cs typeface="Avenir Next"/>
              </a:defRPr>
            </a:pPr>
            <a:r>
              <a:rPr sz="1250" b="1">
                <a:solidFill>
                  <a:srgbClr val="111111"/>
                </a:solidFill>
                <a:latin typeface="Avenir Next"/>
                <a:ea typeface="Avenir Next"/>
                <a:cs typeface="Avenir Next"/>
              </a:rPr>
              <a:t>Restricts every user to their own data</a:t>
            </a:r>
          </a:p>
        </p:txBody>
      </p:sp>
    </p:spTree>
    <p:extLst>
      <p:ext uri="{BB962C8B-B14F-4D97-AF65-F5344CB8AC3E}">
        <p14:creationId xmlns:p14="http://schemas.microsoft.com/office/powerpoint/2010/main" val="14443727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ffe0a6a80e0480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EE76AE-1EDD-4910-8E05-B0BA0EFE86D4}"/>
              </a:ext>
            </a:extLst>
          </p:cNvPr>
          <p:cNvSpPr>
            <a:spLocks xmlns:a="http://schemas.openxmlformats.org/drawingml/2006/main" noGrp="1"/>
          </p:cNvSpPr>
          <p:nvPr/>
        </p:nvSpPr>
        <p:spPr>
          <a:xfrm xmlns:a="http://schemas.openxmlformats.org/drawingml/2006/main">
            <a:off x="5080000" y="711200"/>
            <a:ext cx="2032000" cy="3810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007FEB15-A9B1-4655-B03D-D659F0A1BB9B}"/>
              </a:ext>
            </a:extLst>
          </p:cNvPr>
          <p:cNvSpPr>
            <a:spLocks xmlns:a="http://schemas.openxmlformats.org/drawingml/2006/main" noGrp="1"/>
          </p:cNvSpPr>
          <p:nvPr/>
        </p:nvSpPr>
        <p:spPr>
          <a:xfrm xmlns:a="http://schemas.openxmlformats.org/drawingml/2006/main">
            <a:off x="5080000" y="711200"/>
            <a:ext cx="203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LIVE DEMO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1d227d74ab34024"/>
          <a:stretch xmlns:a="http://schemas.openxmlformats.org/drawingml/2006/main"/>
        </p:blipFill>
        <p:spPr>
          <a:xfrm xmlns:a="http://schemas.openxmlformats.org/drawingml/2006/main">
            <a:off x="5397500" y="1270000"/>
            <a:ext cx="1397000" cy="139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2198CF3-5B94-4511-BD8E-0DE2B7E6AF26}"/>
              </a:ext>
            </a:extLst>
          </p:cNvPr>
          <p:cNvSpPr>
            <a:spLocks xmlns:a="http://schemas.openxmlformats.org/drawingml/2006/main" noGrp="1"/>
          </p:cNvSpPr>
          <p:nvPr/>
        </p:nvSpPr>
        <p:spPr>
          <a:xfrm xmlns:a="http://schemas.openxmlformats.org/drawingml/2006/main">
            <a:off x="1841500" y="2895600"/>
            <a:ext cx="850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2200" b="1">
                <a:solidFill>
                  <a:srgbClr val="111111"/>
                </a:solidFill>
                <a:latin typeface="Avenir Next"/>
                <a:ea typeface="Avenir Next"/>
                <a:cs typeface="Avenir Next"/>
              </a:defRPr>
            </a:pPr>
            <a:r>
              <a:rPr sz="2200" b="1">
                <a:solidFill>
                  <a:srgbClr val="111111"/>
                </a:solidFill>
                <a:latin typeface="Avenir Next"/>
                <a:ea typeface="Avenir Next"/>
                <a:cs typeface="Avenir Next"/>
              </a:rPr>
              <a:t>Now, one thought becomes something I can practice</a:t>
            </a:r>
          </a:p>
        </p:txBody>
      </p:sp>
      <p:sp>
        <p:nvSpPr>
          <p:cNvPr id="6" name="">
            <a:extLst xmlns:a="http://schemas.openxmlformats.org/drawingml/2006/main">
              <a:ext uri="{FF2B5EF4-FFF2-40B4-BE49-F238E27FC236}">
                <a16:creationId xmlns:a16="http://schemas.microsoft.com/office/drawing/2014/main" id="{A686F15A-5EFD-479E-98A7-2C860C82990D}"/>
              </a:ext>
            </a:extLst>
          </p:cNvPr>
          <p:cNvSpPr>
            <a:spLocks xmlns:a="http://schemas.openxmlformats.org/drawingml/2006/main" noGrp="1"/>
          </p:cNvSpPr>
          <p:nvPr/>
        </p:nvSpPr>
        <p:spPr>
          <a:xfrm xmlns:a="http://schemas.openxmlformats.org/drawingml/2006/main">
            <a:off x="990600" y="3594100"/>
            <a:ext cx="3175000" cy="1066800"/>
          </a:xfrm>
          <a:prstGeom xmlns:a="http://schemas.openxmlformats.org/drawingml/2006/main" prst="roundRect">
            <a:avLst>
              <a:gd name="adj" fmla="val 9524"/>
            </a:avLst>
          </a:prstGeom>
          <a:solidFill xmlns:a="http://schemas.openxmlformats.org/drawingml/2006/main">
            <a:srgbClr val="111111"/>
          </a:solidFill>
          <a:ln xmlns:a="http://schemas.openxmlformats.org/drawingml/2006/main" w="0">
            <a:solidFill>
              <a:srgbClr val="111111"/>
            </a:solidFill>
            <a:prstDash val="solid"/>
          </a:ln>
        </p:spPr>
      </p:sp>
      <p:sp>
        <p:nvSpPr>
          <p:cNvPr id="7" name="">
            <a:extLst xmlns:a="http://schemas.openxmlformats.org/drawingml/2006/main">
              <a:ext uri="{FF2B5EF4-FFF2-40B4-BE49-F238E27FC236}">
                <a16:creationId xmlns:a16="http://schemas.microsoft.com/office/drawing/2014/main" id="{B64BA645-46BF-437D-AEB3-34DD818F190B}"/>
              </a:ext>
            </a:extLst>
          </p:cNvPr>
          <p:cNvSpPr>
            <a:spLocks xmlns:a="http://schemas.openxmlformats.org/drawingml/2006/main" noGrp="1"/>
          </p:cNvSpPr>
          <p:nvPr/>
        </p:nvSpPr>
        <p:spPr>
          <a:xfrm xmlns:a="http://schemas.openxmlformats.org/drawingml/2006/main">
            <a:off x="952500" y="3556000"/>
            <a:ext cx="3175000" cy="10668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22225">
            <a:solidFill>
              <a:srgbClr val="111111"/>
            </a:solidFill>
            <a:prstDash val="solid"/>
          </a:ln>
        </p:spPr>
      </p:sp>
      <p:sp>
        <p:nvSpPr>
          <p:cNvPr id="8" name="">
            <a:extLst xmlns:a="http://schemas.openxmlformats.org/drawingml/2006/main">
              <a:ext uri="{FF2B5EF4-FFF2-40B4-BE49-F238E27FC236}">
                <a16:creationId xmlns:a16="http://schemas.microsoft.com/office/drawing/2014/main" id="{14969114-06AC-44A4-AFDA-6FE817EFB645}"/>
              </a:ext>
            </a:extLst>
          </p:cNvPr>
          <p:cNvSpPr>
            <a:spLocks xmlns:a="http://schemas.openxmlformats.org/drawingml/2006/main" noGrp="1"/>
          </p:cNvSpPr>
          <p:nvPr/>
        </p:nvSpPr>
        <p:spPr>
          <a:xfrm xmlns:a="http://schemas.openxmlformats.org/drawingml/2006/main">
            <a:off x="1155700" y="3759200"/>
            <a:ext cx="330200" cy="330200"/>
          </a:xfrm>
          <a:prstGeom xmlns:a="http://schemas.openxmlformats.org/drawingml/2006/main" prst="ellipse">
            <a:avLst/>
          </a:prstGeom>
          <a:solidFill xmlns:a="http://schemas.openxmlformats.org/drawingml/2006/main">
            <a:srgbClr val="FFFFFF"/>
          </a:solidFill>
          <a:ln xmlns:a="http://schemas.openxmlformats.org/drawingml/2006/main" w="22225">
            <a:solidFill>
              <a:srgbClr val="111111"/>
            </a:solidFill>
            <a:prstDash val="solid"/>
          </a:ln>
        </p:spPr>
      </p:sp>
      <p:sp>
        <p:nvSpPr>
          <p:cNvPr id="9" name="">
            <a:extLst xmlns:a="http://schemas.openxmlformats.org/drawingml/2006/main">
              <a:ext uri="{FF2B5EF4-FFF2-40B4-BE49-F238E27FC236}">
                <a16:creationId xmlns:a16="http://schemas.microsoft.com/office/drawing/2014/main" id="{D0FF951F-2693-4F80-9DA2-CCDCD9D2E664}"/>
              </a:ext>
            </a:extLst>
          </p:cNvPr>
          <p:cNvSpPr>
            <a:spLocks xmlns:a="http://schemas.openxmlformats.org/drawingml/2006/main" noGrp="1"/>
          </p:cNvSpPr>
          <p:nvPr/>
        </p:nvSpPr>
        <p:spPr>
          <a:xfrm xmlns:a="http://schemas.openxmlformats.org/drawingml/2006/main">
            <a:off x="1155700" y="3797300"/>
            <a:ext cx="3302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E3E6F46F-8E3D-44A3-B57F-3880BBAC721F}"/>
              </a:ext>
            </a:extLst>
          </p:cNvPr>
          <p:cNvSpPr>
            <a:spLocks xmlns:a="http://schemas.openxmlformats.org/drawingml/2006/main" noGrp="1"/>
          </p:cNvSpPr>
          <p:nvPr/>
        </p:nvSpPr>
        <p:spPr>
          <a:xfrm xmlns:a="http://schemas.openxmlformats.org/drawingml/2006/main">
            <a:off x="1663700" y="3733800"/>
            <a:ext cx="22098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2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Speak a short Japanese thought</a:t>
            </a:r>
          </a:p>
        </p:txBody>
      </p:sp>
      <p:sp>
        <p:nvSpPr>
          <p:cNvPr id="11" name="">
            <a:extLst xmlns:a="http://schemas.openxmlformats.org/drawingml/2006/main">
              <a:ext uri="{FF2B5EF4-FFF2-40B4-BE49-F238E27FC236}">
                <a16:creationId xmlns:a16="http://schemas.microsoft.com/office/drawing/2014/main" id="{27116954-3DFB-43F2-B4F0-31D59CB63A4C}"/>
              </a:ext>
            </a:extLst>
          </p:cNvPr>
          <p:cNvSpPr>
            <a:spLocks xmlns:a="http://schemas.openxmlformats.org/drawingml/2006/main" noGrp="1"/>
          </p:cNvSpPr>
          <p:nvPr/>
        </p:nvSpPr>
        <p:spPr>
          <a:xfrm xmlns:a="http://schemas.openxmlformats.org/drawingml/2006/main">
            <a:off x="4546600" y="3594100"/>
            <a:ext cx="3175000" cy="1066800"/>
          </a:xfrm>
          <a:prstGeom xmlns:a="http://schemas.openxmlformats.org/drawingml/2006/main" prst="roundRect">
            <a:avLst>
              <a:gd name="adj" fmla="val 9524"/>
            </a:avLst>
          </a:prstGeom>
          <a:solidFill xmlns:a="http://schemas.openxmlformats.org/drawingml/2006/main">
            <a:srgbClr val="111111"/>
          </a:solidFill>
          <a:ln xmlns:a="http://schemas.openxmlformats.org/drawingml/2006/main" w="0">
            <a:solidFill>
              <a:srgbClr val="111111"/>
            </a:solidFill>
            <a:prstDash val="solid"/>
          </a:ln>
        </p:spPr>
      </p:sp>
      <p:sp>
        <p:nvSpPr>
          <p:cNvPr id="12" name="">
            <a:extLst xmlns:a="http://schemas.openxmlformats.org/drawingml/2006/main">
              <a:ext uri="{FF2B5EF4-FFF2-40B4-BE49-F238E27FC236}">
                <a16:creationId xmlns:a16="http://schemas.microsoft.com/office/drawing/2014/main" id="{7F65392F-19D7-4675-83CF-26F70B12547D}"/>
              </a:ext>
            </a:extLst>
          </p:cNvPr>
          <p:cNvSpPr>
            <a:spLocks xmlns:a="http://schemas.openxmlformats.org/drawingml/2006/main" noGrp="1"/>
          </p:cNvSpPr>
          <p:nvPr/>
        </p:nvSpPr>
        <p:spPr>
          <a:xfrm xmlns:a="http://schemas.openxmlformats.org/drawingml/2006/main">
            <a:off x="4508500" y="3556000"/>
            <a:ext cx="3175000" cy="10668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22225">
            <a:solidFill>
              <a:srgbClr val="111111"/>
            </a:solidFill>
            <a:prstDash val="solid"/>
          </a:ln>
        </p:spPr>
      </p:sp>
      <p:sp>
        <p:nvSpPr>
          <p:cNvPr id="13" name="">
            <a:extLst xmlns:a="http://schemas.openxmlformats.org/drawingml/2006/main">
              <a:ext uri="{FF2B5EF4-FFF2-40B4-BE49-F238E27FC236}">
                <a16:creationId xmlns:a16="http://schemas.microsoft.com/office/drawing/2014/main" id="{DB28E976-F056-41EC-82E7-17E2E2932B7E}"/>
              </a:ext>
            </a:extLst>
          </p:cNvPr>
          <p:cNvSpPr>
            <a:spLocks xmlns:a="http://schemas.openxmlformats.org/drawingml/2006/main" noGrp="1"/>
          </p:cNvSpPr>
          <p:nvPr/>
        </p:nvSpPr>
        <p:spPr>
          <a:xfrm xmlns:a="http://schemas.openxmlformats.org/drawingml/2006/main">
            <a:off x="4711700" y="3759200"/>
            <a:ext cx="330200" cy="330200"/>
          </a:xfrm>
          <a:prstGeom xmlns:a="http://schemas.openxmlformats.org/drawingml/2006/main" prst="ellipse">
            <a:avLst/>
          </a:prstGeom>
          <a:solidFill xmlns:a="http://schemas.openxmlformats.org/drawingml/2006/main">
            <a:srgbClr val="FFFFFF"/>
          </a:solidFill>
          <a:ln xmlns:a="http://schemas.openxmlformats.org/drawingml/2006/main" w="22225">
            <a:solidFill>
              <a:srgbClr val="111111"/>
            </a:solidFill>
            <a:prstDash val="solid"/>
          </a:ln>
        </p:spPr>
      </p:sp>
      <p:sp>
        <p:nvSpPr>
          <p:cNvPr id="14" name="">
            <a:extLst xmlns:a="http://schemas.openxmlformats.org/drawingml/2006/main">
              <a:ext uri="{FF2B5EF4-FFF2-40B4-BE49-F238E27FC236}">
                <a16:creationId xmlns:a16="http://schemas.microsoft.com/office/drawing/2014/main" id="{3B4CE6EA-106F-468F-B00E-FC3F8FB408C2}"/>
              </a:ext>
            </a:extLst>
          </p:cNvPr>
          <p:cNvSpPr>
            <a:spLocks xmlns:a="http://schemas.openxmlformats.org/drawingml/2006/main" noGrp="1"/>
          </p:cNvSpPr>
          <p:nvPr/>
        </p:nvSpPr>
        <p:spPr>
          <a:xfrm xmlns:a="http://schemas.openxmlformats.org/drawingml/2006/main">
            <a:off x="4711700" y="3797300"/>
            <a:ext cx="3302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2</a:t>
            </a:r>
          </a:p>
        </p:txBody>
      </p:sp>
      <p:sp>
        <p:nvSpPr>
          <p:cNvPr id="15" name="">
            <a:extLst xmlns:a="http://schemas.openxmlformats.org/drawingml/2006/main">
              <a:ext uri="{FF2B5EF4-FFF2-40B4-BE49-F238E27FC236}">
                <a16:creationId xmlns:a16="http://schemas.microsoft.com/office/drawing/2014/main" id="{A043C518-F32F-49B6-A3B3-7AB725110B54}"/>
              </a:ext>
            </a:extLst>
          </p:cNvPr>
          <p:cNvSpPr>
            <a:spLocks xmlns:a="http://schemas.openxmlformats.org/drawingml/2006/main" noGrp="1"/>
          </p:cNvSpPr>
          <p:nvPr/>
        </p:nvSpPr>
        <p:spPr>
          <a:xfrm xmlns:a="http://schemas.openxmlformats.org/drawingml/2006/main">
            <a:off x="5219700" y="3733800"/>
            <a:ext cx="22098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2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Watch it become English cards</a:t>
            </a:r>
          </a:p>
        </p:txBody>
      </p:sp>
      <p:sp>
        <p:nvSpPr>
          <p:cNvPr id="16" name="">
            <a:extLst xmlns:a="http://schemas.openxmlformats.org/drawingml/2006/main">
              <a:ext uri="{FF2B5EF4-FFF2-40B4-BE49-F238E27FC236}">
                <a16:creationId xmlns:a16="http://schemas.microsoft.com/office/drawing/2014/main" id="{31BCEAB1-13E4-4D66-A896-367712E6A4AF}"/>
              </a:ext>
            </a:extLst>
          </p:cNvPr>
          <p:cNvSpPr>
            <a:spLocks xmlns:a="http://schemas.openxmlformats.org/drawingml/2006/main" noGrp="1"/>
          </p:cNvSpPr>
          <p:nvPr/>
        </p:nvSpPr>
        <p:spPr>
          <a:xfrm xmlns:a="http://schemas.openxmlformats.org/drawingml/2006/main">
            <a:off x="8102600" y="3594100"/>
            <a:ext cx="3175000" cy="1066800"/>
          </a:xfrm>
          <a:prstGeom xmlns:a="http://schemas.openxmlformats.org/drawingml/2006/main" prst="roundRect">
            <a:avLst>
              <a:gd name="adj" fmla="val 9524"/>
            </a:avLst>
          </a:prstGeom>
          <a:solidFill xmlns:a="http://schemas.openxmlformats.org/drawingml/2006/main">
            <a:srgbClr val="111111"/>
          </a:solidFill>
          <a:ln xmlns:a="http://schemas.openxmlformats.org/drawingml/2006/main" w="0">
            <a:solidFill>
              <a:srgbClr val="111111"/>
            </a:solidFill>
            <a:prstDash val="solid"/>
          </a:ln>
        </p:spPr>
      </p:sp>
      <p:sp>
        <p:nvSpPr>
          <p:cNvPr id="17" name="">
            <a:extLst xmlns:a="http://schemas.openxmlformats.org/drawingml/2006/main">
              <a:ext uri="{FF2B5EF4-FFF2-40B4-BE49-F238E27FC236}">
                <a16:creationId xmlns:a16="http://schemas.microsoft.com/office/drawing/2014/main" id="{76011894-0B8F-45EA-9C2E-C92A9574ADCA}"/>
              </a:ext>
            </a:extLst>
          </p:cNvPr>
          <p:cNvSpPr>
            <a:spLocks xmlns:a="http://schemas.openxmlformats.org/drawingml/2006/main" noGrp="1"/>
          </p:cNvSpPr>
          <p:nvPr/>
        </p:nvSpPr>
        <p:spPr>
          <a:xfrm xmlns:a="http://schemas.openxmlformats.org/drawingml/2006/main">
            <a:off x="8064500" y="3556000"/>
            <a:ext cx="3175000" cy="10668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22225">
            <a:solidFill>
              <a:srgbClr val="111111"/>
            </a:solidFill>
            <a:prstDash val="solid"/>
          </a:ln>
        </p:spPr>
      </p:sp>
      <p:sp>
        <p:nvSpPr>
          <p:cNvPr id="18" name="">
            <a:extLst xmlns:a="http://schemas.openxmlformats.org/drawingml/2006/main">
              <a:ext uri="{FF2B5EF4-FFF2-40B4-BE49-F238E27FC236}">
                <a16:creationId xmlns:a16="http://schemas.microsoft.com/office/drawing/2014/main" id="{4A90A997-D597-49C0-ABDB-36759CAE21DB}"/>
              </a:ext>
            </a:extLst>
          </p:cNvPr>
          <p:cNvSpPr>
            <a:spLocks xmlns:a="http://schemas.openxmlformats.org/drawingml/2006/main" noGrp="1"/>
          </p:cNvSpPr>
          <p:nvPr/>
        </p:nvSpPr>
        <p:spPr>
          <a:xfrm xmlns:a="http://schemas.openxmlformats.org/drawingml/2006/main">
            <a:off x="8267700" y="3759200"/>
            <a:ext cx="330200" cy="330200"/>
          </a:xfrm>
          <a:prstGeom xmlns:a="http://schemas.openxmlformats.org/drawingml/2006/main" prst="ellipse">
            <a:avLst/>
          </a:prstGeom>
          <a:solidFill xmlns:a="http://schemas.openxmlformats.org/drawingml/2006/main">
            <a:srgbClr val="FFFFFF"/>
          </a:solidFill>
          <a:ln xmlns:a="http://schemas.openxmlformats.org/drawingml/2006/main" w="22225">
            <a:solidFill>
              <a:srgbClr val="111111"/>
            </a:solidFill>
            <a:prstDash val="solid"/>
          </a:ln>
        </p:spPr>
      </p:sp>
      <p:sp>
        <p:nvSpPr>
          <p:cNvPr id="19" name="">
            <a:extLst xmlns:a="http://schemas.openxmlformats.org/drawingml/2006/main">
              <a:ext uri="{FF2B5EF4-FFF2-40B4-BE49-F238E27FC236}">
                <a16:creationId xmlns:a16="http://schemas.microsoft.com/office/drawing/2014/main" id="{1ED089FD-943C-4D3E-8F97-CBDB9C7FE5DD}"/>
              </a:ext>
            </a:extLst>
          </p:cNvPr>
          <p:cNvSpPr>
            <a:spLocks xmlns:a="http://schemas.openxmlformats.org/drawingml/2006/main" noGrp="1"/>
          </p:cNvSpPr>
          <p:nvPr/>
        </p:nvSpPr>
        <p:spPr>
          <a:xfrm xmlns:a="http://schemas.openxmlformats.org/drawingml/2006/main">
            <a:off x="8267700" y="3797300"/>
            <a:ext cx="3302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3</a:t>
            </a:r>
          </a:p>
        </p:txBody>
      </p:sp>
      <p:sp>
        <p:nvSpPr>
          <p:cNvPr id="20" name="">
            <a:extLst xmlns:a="http://schemas.openxmlformats.org/drawingml/2006/main">
              <a:ext uri="{FF2B5EF4-FFF2-40B4-BE49-F238E27FC236}">
                <a16:creationId xmlns:a16="http://schemas.microsoft.com/office/drawing/2014/main" id="{189A960D-805A-4C04-9771-4C3BA4B1FD47}"/>
              </a:ext>
            </a:extLst>
          </p:cNvPr>
          <p:cNvSpPr>
            <a:spLocks xmlns:a="http://schemas.openxmlformats.org/drawingml/2006/main" noGrp="1"/>
          </p:cNvSpPr>
          <p:nvPr/>
        </p:nvSpPr>
        <p:spPr>
          <a:xfrm xmlns:a="http://schemas.openxmlformats.org/drawingml/2006/main">
            <a:off x="8775700" y="3733800"/>
            <a:ext cx="22098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12000"/>
              </a:lnSpc>
              <a:buNone/>
              <a:defRPr sz="1300" b="1">
                <a:solidFill>
                  <a:srgbClr val="111111"/>
                </a:solidFill>
                <a:latin typeface="Avenir Next"/>
                <a:ea typeface="Avenir Next"/>
                <a:cs typeface="Avenir Next"/>
              </a:defRPr>
            </a:pPr>
            <a:r>
              <a:rPr sz="1300" b="1">
                <a:solidFill>
                  <a:srgbClr val="111111"/>
                </a:solidFill>
                <a:latin typeface="Avenir Next"/>
                <a:ea typeface="Avenir Next"/>
                <a:cs typeface="Avenir Next"/>
              </a:rPr>
              <a:t>Open a card and review it</a:t>
            </a:r>
          </a:p>
        </p:txBody>
      </p:sp>
      <p:sp>
        <p:nvSpPr>
          <p:cNvPr id="21" name="">
            <a:extLst xmlns:a="http://schemas.openxmlformats.org/drawingml/2006/main">
              <a:ext uri="{FF2B5EF4-FFF2-40B4-BE49-F238E27FC236}">
                <a16:creationId xmlns:a16="http://schemas.microsoft.com/office/drawing/2014/main" id="{E42C62D0-B55D-44BA-AC36-2BA50180AE9C}"/>
              </a:ext>
            </a:extLst>
          </p:cNvPr>
          <p:cNvSpPr>
            <a:spLocks xmlns:a="http://schemas.openxmlformats.org/drawingml/2006/main" noGrp="1"/>
          </p:cNvSpPr>
          <p:nvPr/>
        </p:nvSpPr>
        <p:spPr>
          <a:xfrm xmlns:a="http://schemas.openxmlformats.org/drawingml/2006/main">
            <a:off x="1524000" y="5461000"/>
            <a:ext cx="9144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2600" b="1">
                <a:solidFill>
                  <a:srgbClr val="111111"/>
                </a:solidFill>
                <a:latin typeface="Avenir Next"/>
                <a:ea typeface="Avenir Next"/>
                <a:cs typeface="Avenir Next"/>
              </a:defRPr>
            </a:pPr>
            <a:r>
              <a:rPr sz="2600" b="1">
                <a:solidFill>
                  <a:srgbClr val="111111"/>
                </a:solidFill>
                <a:latin typeface="Avenir Next"/>
                <a:ea typeface="Avenir Next"/>
                <a:cs typeface="Avenir Next"/>
              </a:rPr>
              <a:t>Your life becomes your English practice.</a:t>
            </a:r>
          </a:p>
        </p:txBody>
      </p:sp>
    </p:spTree>
    <p:extLst>
      <p:ext uri="{BB962C8B-B14F-4D97-AF65-F5344CB8AC3E}">
        <p14:creationId xmlns:p14="http://schemas.microsoft.com/office/powerpoint/2010/main" val="211152920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7d18e1d8f9141a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0384B1-803A-407E-B631-96B1DBC29781}"/>
              </a:ext>
            </a:extLst>
          </p:cNvPr>
          <p:cNvSpPr>
            <a:spLocks xmlns:a="http://schemas.openxmlformats.org/drawingml/2006/main" noGrp="1"/>
          </p:cNvSpPr>
          <p:nvPr/>
        </p:nvSpPr>
        <p:spPr>
          <a:xfrm xmlns:a="http://schemas.openxmlformats.org/drawingml/2006/main">
            <a:off x="762000" y="508000"/>
            <a:ext cx="37846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A0E043F9-4AC3-4B2D-A27D-54F7AB0D8BAB}"/>
              </a:ext>
            </a:extLst>
          </p:cNvPr>
          <p:cNvSpPr>
            <a:spLocks xmlns:a="http://schemas.openxmlformats.org/drawingml/2006/main" noGrp="1"/>
          </p:cNvSpPr>
          <p:nvPr/>
        </p:nvSpPr>
        <p:spPr>
          <a:xfrm xmlns:a="http://schemas.openxmlformats.org/drawingml/2006/main">
            <a:off x="762000" y="508000"/>
            <a:ext cx="37846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APPENDIX · IF THE DEMO FIGHTS BACK</a:t>
            </a:r>
          </a:p>
        </p:txBody>
      </p:sp>
      <p:sp>
        <p:nvSpPr>
          <p:cNvPr id="4" name="">
            <a:extLst xmlns:a="http://schemas.openxmlformats.org/drawingml/2006/main">
              <a:ext uri="{FF2B5EF4-FFF2-40B4-BE49-F238E27FC236}">
                <a16:creationId xmlns:a16="http://schemas.microsoft.com/office/drawing/2014/main" id="{BA4FCBB4-8C8A-42EB-89BD-A47C50238353}"/>
              </a:ext>
            </a:extLst>
          </p:cNvPr>
          <p:cNvSpPr>
            <a:spLocks xmlns:a="http://schemas.openxmlformats.org/drawingml/2006/main" noGrp="1"/>
          </p:cNvSpPr>
          <p:nvPr/>
        </p:nvSpPr>
        <p:spPr>
          <a:xfrm xmlns:a="http://schemas.openxmlformats.org/drawingml/2006/main">
            <a:off x="4699000" y="657225"/>
            <a:ext cx="61722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F49DABFC-1EB4-4E5F-9742-02D0EE5396BD}"/>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45876222-2963-4258-9581-C667C54194F7}"/>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A1</a:t>
            </a:r>
          </a:p>
        </p:txBody>
      </p:sp>
      <p:sp>
        <p:nvSpPr>
          <p:cNvPr id="7" name="">
            <a:extLst xmlns:a="http://schemas.openxmlformats.org/drawingml/2006/main">
              <a:ext uri="{FF2B5EF4-FFF2-40B4-BE49-F238E27FC236}">
                <a16:creationId xmlns:a16="http://schemas.microsoft.com/office/drawing/2014/main" id="{344CAEE3-139E-47E0-8ADB-DD7457A981F1}"/>
              </a:ext>
            </a:extLst>
          </p:cNvPr>
          <p:cNvSpPr>
            <a:spLocks xmlns:a="http://schemas.openxmlformats.org/drawingml/2006/main" noGrp="1"/>
          </p:cNvSpPr>
          <p:nvPr/>
        </p:nvSpPr>
        <p:spPr>
          <a:xfrm xmlns:a="http://schemas.openxmlformats.org/drawingml/2006/main">
            <a:off x="825500" y="1587500"/>
            <a:ext cx="1676400" cy="3632200"/>
          </a:xfrm>
          <a:prstGeom xmlns:a="http://schemas.openxmlformats.org/drawingml/2006/main" prst="roundRect">
            <a:avLst>
              <a:gd name="adj" fmla="val 15152"/>
            </a:avLst>
          </a:prstGeom>
          <a:solidFill xmlns:a="http://schemas.openxmlformats.org/drawingml/2006/main">
            <a:srgbClr val="111111"/>
          </a:solidFill>
          <a:ln xmlns:a="http://schemas.openxmlformats.org/drawingml/2006/main" w="0">
            <a:solidFill>
              <a:srgbClr val="111111"/>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9baae1c3242e4bd1"/>
          <a:srcRect xmlns:a="http://schemas.openxmlformats.org/drawingml/2006/main" l="0" t="18" r="0" b="18"/>
          <a:stretch xmlns:a="http://schemas.openxmlformats.org/drawingml/2006/main">
            <a:fillRect l="0" t="0" r="0" b="0"/>
          </a:stretch>
        </p:blipFill>
        <p:spPr>
          <a:xfrm xmlns:a="http://schemas.openxmlformats.org/drawingml/2006/main">
            <a:off x="762000" y="1524000"/>
            <a:ext cx="1676400" cy="3632200"/>
          </a:xfrm>
          <a:prstGeom xmlns:a="http://schemas.openxmlformats.org/drawingml/2006/main" prst="roundRect">
            <a:avLst>
              <a:gd name="adj" fmla="val 15152"/>
            </a:avLst>
          </a:prstGeom>
        </p:spPr>
      </p:pic>
      <p:sp>
        <p:nvSpPr>
          <p:cNvPr id="9" name="">
            <a:extLst xmlns:a="http://schemas.openxmlformats.org/drawingml/2006/main">
              <a:ext uri="{FF2B5EF4-FFF2-40B4-BE49-F238E27FC236}">
                <a16:creationId xmlns:a16="http://schemas.microsoft.com/office/drawing/2014/main" id="{4E77976A-CFFE-40BD-A205-CAF56C833C8D}"/>
              </a:ext>
            </a:extLst>
          </p:cNvPr>
          <p:cNvSpPr>
            <a:spLocks xmlns:a="http://schemas.openxmlformats.org/drawingml/2006/main" noGrp="1"/>
          </p:cNvSpPr>
          <p:nvPr/>
        </p:nvSpPr>
        <p:spPr>
          <a:xfrm xmlns:a="http://schemas.openxmlformats.org/drawingml/2006/main">
            <a:off x="762000" y="1524000"/>
            <a:ext cx="1676400" cy="3632200"/>
          </a:xfrm>
          <a:prstGeom xmlns:a="http://schemas.openxmlformats.org/drawingml/2006/main" prst="roundRect">
            <a:avLst>
              <a:gd name="adj" fmla="val 15152"/>
            </a:avLst>
          </a:prstGeom>
          <a:noFill xmlns:a="http://schemas.openxmlformats.org/drawingml/2006/main"/>
          <a:ln xmlns:a="http://schemas.openxmlformats.org/drawingml/2006/main" w="28575">
            <a:solidFill>
              <a:srgbClr val="111111"/>
            </a:solidFill>
            <a:prstDash val="solid"/>
          </a:ln>
        </p:spPr>
      </p:sp>
      <p:sp>
        <p:nvSpPr>
          <p:cNvPr id="10" name="">
            <a:extLst xmlns:a="http://schemas.openxmlformats.org/drawingml/2006/main">
              <a:ext uri="{FF2B5EF4-FFF2-40B4-BE49-F238E27FC236}">
                <a16:creationId xmlns:a16="http://schemas.microsoft.com/office/drawing/2014/main" id="{F9034DD7-D7B1-4668-81FC-82F36FD6E3E2}"/>
              </a:ext>
            </a:extLst>
          </p:cNvPr>
          <p:cNvSpPr>
            <a:spLocks xmlns:a="http://schemas.openxmlformats.org/drawingml/2006/main" noGrp="1"/>
          </p:cNvSpPr>
          <p:nvPr/>
        </p:nvSpPr>
        <p:spPr>
          <a:xfrm xmlns:a="http://schemas.openxmlformats.org/drawingml/2006/main">
            <a:off x="889000" y="5384800"/>
            <a:ext cx="14224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11" name="">
            <a:extLst xmlns:a="http://schemas.openxmlformats.org/drawingml/2006/main">
              <a:ext uri="{FF2B5EF4-FFF2-40B4-BE49-F238E27FC236}">
                <a16:creationId xmlns:a16="http://schemas.microsoft.com/office/drawing/2014/main" id="{24168507-0168-4759-90D0-615761DC4119}"/>
              </a:ext>
            </a:extLst>
          </p:cNvPr>
          <p:cNvSpPr>
            <a:spLocks xmlns:a="http://schemas.openxmlformats.org/drawingml/2006/main" noGrp="1"/>
          </p:cNvSpPr>
          <p:nvPr/>
        </p:nvSpPr>
        <p:spPr>
          <a:xfrm xmlns:a="http://schemas.openxmlformats.org/drawingml/2006/main">
            <a:off x="889000" y="5384800"/>
            <a:ext cx="1422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1  Speak</a:t>
            </a:r>
          </a:p>
        </p:txBody>
      </p:sp>
      <p:sp>
        <p:nvSpPr>
          <p:cNvPr id="12" name="">
            <a:extLst xmlns:a="http://schemas.openxmlformats.org/drawingml/2006/main">
              <a:ext uri="{FF2B5EF4-FFF2-40B4-BE49-F238E27FC236}">
                <a16:creationId xmlns:a16="http://schemas.microsoft.com/office/drawing/2014/main" id="{E2957F8F-A10F-4D79-8CCB-90AB571318BF}"/>
              </a:ext>
            </a:extLst>
          </p:cNvPr>
          <p:cNvSpPr>
            <a:spLocks xmlns:a="http://schemas.openxmlformats.org/drawingml/2006/main" noGrp="1"/>
          </p:cNvSpPr>
          <p:nvPr/>
        </p:nvSpPr>
        <p:spPr>
          <a:xfrm xmlns:a="http://schemas.openxmlformats.org/drawingml/2006/main">
            <a:off x="3060700" y="1587500"/>
            <a:ext cx="1676400" cy="3632200"/>
          </a:xfrm>
          <a:prstGeom xmlns:a="http://schemas.openxmlformats.org/drawingml/2006/main" prst="roundRect">
            <a:avLst>
              <a:gd name="adj" fmla="val 15152"/>
            </a:avLst>
          </a:prstGeom>
          <a:solidFill xmlns:a="http://schemas.openxmlformats.org/drawingml/2006/main">
            <a:srgbClr val="111111"/>
          </a:solidFill>
          <a:ln xmlns:a="http://schemas.openxmlformats.org/drawingml/2006/main" w="0">
            <a:solidFill>
              <a:srgbClr val="111111"/>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3f9206830a24bd4"/>
          <a:srcRect xmlns:a="http://schemas.openxmlformats.org/drawingml/2006/main" l="0" t="18" r="0" b="18"/>
          <a:stretch xmlns:a="http://schemas.openxmlformats.org/drawingml/2006/main">
            <a:fillRect l="0" t="0" r="0" b="0"/>
          </a:stretch>
        </p:blipFill>
        <p:spPr>
          <a:xfrm xmlns:a="http://schemas.openxmlformats.org/drawingml/2006/main">
            <a:off x="2997200" y="1524000"/>
            <a:ext cx="1676400" cy="3632200"/>
          </a:xfrm>
          <a:prstGeom xmlns:a="http://schemas.openxmlformats.org/drawingml/2006/main" prst="roundRect">
            <a:avLst>
              <a:gd name="adj" fmla="val 15152"/>
            </a:avLst>
          </a:prstGeom>
        </p:spPr>
      </p:pic>
      <p:sp>
        <p:nvSpPr>
          <p:cNvPr id="14" name="">
            <a:extLst xmlns:a="http://schemas.openxmlformats.org/drawingml/2006/main">
              <a:ext uri="{FF2B5EF4-FFF2-40B4-BE49-F238E27FC236}">
                <a16:creationId xmlns:a16="http://schemas.microsoft.com/office/drawing/2014/main" id="{04C8A8BF-7503-4289-821E-37EDF0C3108D}"/>
              </a:ext>
            </a:extLst>
          </p:cNvPr>
          <p:cNvSpPr>
            <a:spLocks xmlns:a="http://schemas.openxmlformats.org/drawingml/2006/main" noGrp="1"/>
          </p:cNvSpPr>
          <p:nvPr/>
        </p:nvSpPr>
        <p:spPr>
          <a:xfrm xmlns:a="http://schemas.openxmlformats.org/drawingml/2006/main">
            <a:off x="2997200" y="1524000"/>
            <a:ext cx="1676400" cy="3632200"/>
          </a:xfrm>
          <a:prstGeom xmlns:a="http://schemas.openxmlformats.org/drawingml/2006/main" prst="roundRect">
            <a:avLst>
              <a:gd name="adj" fmla="val 15152"/>
            </a:avLst>
          </a:prstGeom>
          <a:noFill xmlns:a="http://schemas.openxmlformats.org/drawingml/2006/main"/>
          <a:ln xmlns:a="http://schemas.openxmlformats.org/drawingml/2006/main" w="28575">
            <a:solidFill>
              <a:srgbClr val="111111"/>
            </a:solidFill>
            <a:prstDash val="solid"/>
          </a:ln>
        </p:spPr>
      </p:sp>
      <p:sp>
        <p:nvSpPr>
          <p:cNvPr id="15" name="">
            <a:extLst xmlns:a="http://schemas.openxmlformats.org/drawingml/2006/main">
              <a:ext uri="{FF2B5EF4-FFF2-40B4-BE49-F238E27FC236}">
                <a16:creationId xmlns:a16="http://schemas.microsoft.com/office/drawing/2014/main" id="{A85D75E5-F2FA-4FC3-8D88-1EEC3A8051F7}"/>
              </a:ext>
            </a:extLst>
          </p:cNvPr>
          <p:cNvSpPr>
            <a:spLocks xmlns:a="http://schemas.openxmlformats.org/drawingml/2006/main" noGrp="1"/>
          </p:cNvSpPr>
          <p:nvPr/>
        </p:nvSpPr>
        <p:spPr>
          <a:xfrm xmlns:a="http://schemas.openxmlformats.org/drawingml/2006/main">
            <a:off x="3124200" y="5384800"/>
            <a:ext cx="14224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16" name="">
            <a:extLst xmlns:a="http://schemas.openxmlformats.org/drawingml/2006/main">
              <a:ext uri="{FF2B5EF4-FFF2-40B4-BE49-F238E27FC236}">
                <a16:creationId xmlns:a16="http://schemas.microsoft.com/office/drawing/2014/main" id="{8887B8AE-AA28-4BB4-9E75-32798EB19AA3}"/>
              </a:ext>
            </a:extLst>
          </p:cNvPr>
          <p:cNvSpPr>
            <a:spLocks xmlns:a="http://schemas.openxmlformats.org/drawingml/2006/main" noGrp="1"/>
          </p:cNvSpPr>
          <p:nvPr/>
        </p:nvSpPr>
        <p:spPr>
          <a:xfrm xmlns:a="http://schemas.openxmlformats.org/drawingml/2006/main">
            <a:off x="3124200" y="5384800"/>
            <a:ext cx="1422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2  Transcribe</a:t>
            </a:r>
          </a:p>
        </p:txBody>
      </p:sp>
      <p:sp>
        <p:nvSpPr>
          <p:cNvPr id="17" name="">
            <a:extLst xmlns:a="http://schemas.openxmlformats.org/drawingml/2006/main">
              <a:ext uri="{FF2B5EF4-FFF2-40B4-BE49-F238E27FC236}">
                <a16:creationId xmlns:a16="http://schemas.microsoft.com/office/drawing/2014/main" id="{D57A796F-120B-4CE7-9EA9-47F98DB1A7DB}"/>
              </a:ext>
            </a:extLst>
          </p:cNvPr>
          <p:cNvSpPr>
            <a:spLocks xmlns:a="http://schemas.openxmlformats.org/drawingml/2006/main" noGrp="1"/>
          </p:cNvSpPr>
          <p:nvPr/>
        </p:nvSpPr>
        <p:spPr>
          <a:xfrm xmlns:a="http://schemas.openxmlformats.org/drawingml/2006/main">
            <a:off x="5295900" y="1587500"/>
            <a:ext cx="1676400" cy="3632200"/>
          </a:xfrm>
          <a:prstGeom xmlns:a="http://schemas.openxmlformats.org/drawingml/2006/main" prst="roundRect">
            <a:avLst>
              <a:gd name="adj" fmla="val 15152"/>
            </a:avLst>
          </a:prstGeom>
          <a:solidFill xmlns:a="http://schemas.openxmlformats.org/drawingml/2006/main">
            <a:srgbClr val="111111"/>
          </a:solidFill>
          <a:ln xmlns:a="http://schemas.openxmlformats.org/drawingml/2006/main" w="0">
            <a:solidFill>
              <a:srgbClr val="111111"/>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d49212acad9c406f"/>
          <a:srcRect xmlns:a="http://schemas.openxmlformats.org/drawingml/2006/main" l="0" t="18" r="0" b="18"/>
          <a:stretch xmlns:a="http://schemas.openxmlformats.org/drawingml/2006/main">
            <a:fillRect l="0" t="0" r="0" b="0"/>
          </a:stretch>
        </p:blipFill>
        <p:spPr>
          <a:xfrm xmlns:a="http://schemas.openxmlformats.org/drawingml/2006/main">
            <a:off x="5232400" y="1524000"/>
            <a:ext cx="1676400" cy="3632200"/>
          </a:xfrm>
          <a:prstGeom xmlns:a="http://schemas.openxmlformats.org/drawingml/2006/main" prst="roundRect">
            <a:avLst>
              <a:gd name="adj" fmla="val 15152"/>
            </a:avLst>
          </a:prstGeom>
        </p:spPr>
      </p:pic>
      <p:sp>
        <p:nvSpPr>
          <p:cNvPr id="19" name="">
            <a:extLst xmlns:a="http://schemas.openxmlformats.org/drawingml/2006/main">
              <a:ext uri="{FF2B5EF4-FFF2-40B4-BE49-F238E27FC236}">
                <a16:creationId xmlns:a16="http://schemas.microsoft.com/office/drawing/2014/main" id="{C6C7633E-670A-48F0-BD11-8526B1DCF476}"/>
              </a:ext>
            </a:extLst>
          </p:cNvPr>
          <p:cNvSpPr>
            <a:spLocks xmlns:a="http://schemas.openxmlformats.org/drawingml/2006/main" noGrp="1"/>
          </p:cNvSpPr>
          <p:nvPr/>
        </p:nvSpPr>
        <p:spPr>
          <a:xfrm xmlns:a="http://schemas.openxmlformats.org/drawingml/2006/main">
            <a:off x="5232400" y="1524000"/>
            <a:ext cx="1676400" cy="3632200"/>
          </a:xfrm>
          <a:prstGeom xmlns:a="http://schemas.openxmlformats.org/drawingml/2006/main" prst="roundRect">
            <a:avLst>
              <a:gd name="adj" fmla="val 15152"/>
            </a:avLst>
          </a:prstGeom>
          <a:noFill xmlns:a="http://schemas.openxmlformats.org/drawingml/2006/main"/>
          <a:ln xmlns:a="http://schemas.openxmlformats.org/drawingml/2006/main" w="28575">
            <a:solidFill>
              <a:srgbClr val="111111"/>
            </a:solidFill>
            <a:prstDash val="solid"/>
          </a:ln>
        </p:spPr>
      </p:sp>
      <p:sp>
        <p:nvSpPr>
          <p:cNvPr id="20" name="">
            <a:extLst xmlns:a="http://schemas.openxmlformats.org/drawingml/2006/main">
              <a:ext uri="{FF2B5EF4-FFF2-40B4-BE49-F238E27FC236}">
                <a16:creationId xmlns:a16="http://schemas.microsoft.com/office/drawing/2014/main" id="{E0D6C156-8031-49BC-9D62-08FAD32D1699}"/>
              </a:ext>
            </a:extLst>
          </p:cNvPr>
          <p:cNvSpPr>
            <a:spLocks xmlns:a="http://schemas.openxmlformats.org/drawingml/2006/main" noGrp="1"/>
          </p:cNvSpPr>
          <p:nvPr/>
        </p:nvSpPr>
        <p:spPr>
          <a:xfrm xmlns:a="http://schemas.openxmlformats.org/drawingml/2006/main">
            <a:off x="5359400" y="5384800"/>
            <a:ext cx="14224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21" name="">
            <a:extLst xmlns:a="http://schemas.openxmlformats.org/drawingml/2006/main">
              <a:ext uri="{FF2B5EF4-FFF2-40B4-BE49-F238E27FC236}">
                <a16:creationId xmlns:a16="http://schemas.microsoft.com/office/drawing/2014/main" id="{5BC3E061-92E2-48B4-8C7D-E5BBD6DABDA9}"/>
              </a:ext>
            </a:extLst>
          </p:cNvPr>
          <p:cNvSpPr>
            <a:spLocks xmlns:a="http://schemas.openxmlformats.org/drawingml/2006/main" noGrp="1"/>
          </p:cNvSpPr>
          <p:nvPr/>
        </p:nvSpPr>
        <p:spPr>
          <a:xfrm xmlns:a="http://schemas.openxmlformats.org/drawingml/2006/main">
            <a:off x="5359400" y="5384800"/>
            <a:ext cx="1422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3  Generate</a:t>
            </a:r>
          </a:p>
        </p:txBody>
      </p:sp>
      <p:sp>
        <p:nvSpPr>
          <p:cNvPr id="22" name="">
            <a:extLst xmlns:a="http://schemas.openxmlformats.org/drawingml/2006/main">
              <a:ext uri="{FF2B5EF4-FFF2-40B4-BE49-F238E27FC236}">
                <a16:creationId xmlns:a16="http://schemas.microsoft.com/office/drawing/2014/main" id="{92249E5A-5897-49A1-BEF6-1459F0F64B9B}"/>
              </a:ext>
            </a:extLst>
          </p:cNvPr>
          <p:cNvSpPr>
            <a:spLocks xmlns:a="http://schemas.openxmlformats.org/drawingml/2006/main" noGrp="1"/>
          </p:cNvSpPr>
          <p:nvPr/>
        </p:nvSpPr>
        <p:spPr>
          <a:xfrm xmlns:a="http://schemas.openxmlformats.org/drawingml/2006/main">
            <a:off x="7531100" y="1587500"/>
            <a:ext cx="1676400" cy="3632200"/>
          </a:xfrm>
          <a:prstGeom xmlns:a="http://schemas.openxmlformats.org/drawingml/2006/main" prst="roundRect">
            <a:avLst>
              <a:gd name="adj" fmla="val 15152"/>
            </a:avLst>
          </a:prstGeom>
          <a:solidFill xmlns:a="http://schemas.openxmlformats.org/drawingml/2006/main">
            <a:srgbClr val="111111"/>
          </a:solidFill>
          <a:ln xmlns:a="http://schemas.openxmlformats.org/drawingml/2006/main" w="0">
            <a:solidFill>
              <a:srgbClr val="111111"/>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2f3e8d6ffc9d4a6b"/>
          <a:srcRect xmlns:a="http://schemas.openxmlformats.org/drawingml/2006/main" l="0" t="18" r="0" b="18"/>
          <a:stretch xmlns:a="http://schemas.openxmlformats.org/drawingml/2006/main">
            <a:fillRect l="0" t="0" r="0" b="0"/>
          </a:stretch>
        </p:blipFill>
        <p:spPr>
          <a:xfrm xmlns:a="http://schemas.openxmlformats.org/drawingml/2006/main">
            <a:off x="7467600" y="1524000"/>
            <a:ext cx="1676400" cy="3632200"/>
          </a:xfrm>
          <a:prstGeom xmlns:a="http://schemas.openxmlformats.org/drawingml/2006/main" prst="roundRect">
            <a:avLst>
              <a:gd name="adj" fmla="val 15152"/>
            </a:avLst>
          </a:prstGeom>
        </p:spPr>
      </p:pic>
      <p:sp>
        <p:nvSpPr>
          <p:cNvPr id="24" name="">
            <a:extLst xmlns:a="http://schemas.openxmlformats.org/drawingml/2006/main">
              <a:ext uri="{FF2B5EF4-FFF2-40B4-BE49-F238E27FC236}">
                <a16:creationId xmlns:a16="http://schemas.microsoft.com/office/drawing/2014/main" id="{C54A3E6A-9FB8-4D7B-88E6-159786FF88B0}"/>
              </a:ext>
            </a:extLst>
          </p:cNvPr>
          <p:cNvSpPr>
            <a:spLocks xmlns:a="http://schemas.openxmlformats.org/drawingml/2006/main" noGrp="1"/>
          </p:cNvSpPr>
          <p:nvPr/>
        </p:nvSpPr>
        <p:spPr>
          <a:xfrm xmlns:a="http://schemas.openxmlformats.org/drawingml/2006/main">
            <a:off x="7467600" y="1524000"/>
            <a:ext cx="1676400" cy="3632200"/>
          </a:xfrm>
          <a:prstGeom xmlns:a="http://schemas.openxmlformats.org/drawingml/2006/main" prst="roundRect">
            <a:avLst>
              <a:gd name="adj" fmla="val 15152"/>
            </a:avLst>
          </a:prstGeom>
          <a:noFill xmlns:a="http://schemas.openxmlformats.org/drawingml/2006/main"/>
          <a:ln xmlns:a="http://schemas.openxmlformats.org/drawingml/2006/main" w="28575">
            <a:solidFill>
              <a:srgbClr val="111111"/>
            </a:solidFill>
            <a:prstDash val="solid"/>
          </a:ln>
        </p:spPr>
      </p:sp>
      <p:sp>
        <p:nvSpPr>
          <p:cNvPr id="25" name="">
            <a:extLst xmlns:a="http://schemas.openxmlformats.org/drawingml/2006/main">
              <a:ext uri="{FF2B5EF4-FFF2-40B4-BE49-F238E27FC236}">
                <a16:creationId xmlns:a16="http://schemas.microsoft.com/office/drawing/2014/main" id="{E13EFBEB-F068-4190-B999-E911CA8EB0DE}"/>
              </a:ext>
            </a:extLst>
          </p:cNvPr>
          <p:cNvSpPr>
            <a:spLocks xmlns:a="http://schemas.openxmlformats.org/drawingml/2006/main" noGrp="1"/>
          </p:cNvSpPr>
          <p:nvPr/>
        </p:nvSpPr>
        <p:spPr>
          <a:xfrm xmlns:a="http://schemas.openxmlformats.org/drawingml/2006/main">
            <a:off x="7594600" y="5384800"/>
            <a:ext cx="14224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26" name="">
            <a:extLst xmlns:a="http://schemas.openxmlformats.org/drawingml/2006/main">
              <a:ext uri="{FF2B5EF4-FFF2-40B4-BE49-F238E27FC236}">
                <a16:creationId xmlns:a16="http://schemas.microsoft.com/office/drawing/2014/main" id="{2B1C7232-9955-4689-BD32-CEBC4390DB6F}"/>
              </a:ext>
            </a:extLst>
          </p:cNvPr>
          <p:cNvSpPr>
            <a:spLocks xmlns:a="http://schemas.openxmlformats.org/drawingml/2006/main" noGrp="1"/>
          </p:cNvSpPr>
          <p:nvPr/>
        </p:nvSpPr>
        <p:spPr>
          <a:xfrm xmlns:a="http://schemas.openxmlformats.org/drawingml/2006/main">
            <a:off x="7594600" y="5384800"/>
            <a:ext cx="1422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4  Cards</a:t>
            </a:r>
          </a:p>
        </p:txBody>
      </p:sp>
      <p:sp>
        <p:nvSpPr>
          <p:cNvPr id="27" name="">
            <a:extLst xmlns:a="http://schemas.openxmlformats.org/drawingml/2006/main">
              <a:ext uri="{FF2B5EF4-FFF2-40B4-BE49-F238E27FC236}">
                <a16:creationId xmlns:a16="http://schemas.microsoft.com/office/drawing/2014/main" id="{16FD42FF-8566-4E92-9F43-81283E307918}"/>
              </a:ext>
            </a:extLst>
          </p:cNvPr>
          <p:cNvSpPr>
            <a:spLocks xmlns:a="http://schemas.openxmlformats.org/drawingml/2006/main" noGrp="1"/>
          </p:cNvSpPr>
          <p:nvPr/>
        </p:nvSpPr>
        <p:spPr>
          <a:xfrm xmlns:a="http://schemas.openxmlformats.org/drawingml/2006/main">
            <a:off x="9766300" y="1587500"/>
            <a:ext cx="1676400" cy="3632200"/>
          </a:xfrm>
          <a:prstGeom xmlns:a="http://schemas.openxmlformats.org/drawingml/2006/main" prst="roundRect">
            <a:avLst>
              <a:gd name="adj" fmla="val 15152"/>
            </a:avLst>
          </a:prstGeom>
          <a:solidFill xmlns:a="http://schemas.openxmlformats.org/drawingml/2006/main">
            <a:srgbClr val="111111"/>
          </a:solidFill>
          <a:ln xmlns:a="http://schemas.openxmlformats.org/drawingml/2006/main" w="0">
            <a:solidFill>
              <a:srgbClr val="111111"/>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bad74fdc3d40422c"/>
          <a:srcRect xmlns:a="http://schemas.openxmlformats.org/drawingml/2006/main" l="0" t="18" r="0" b="18"/>
          <a:stretch xmlns:a="http://schemas.openxmlformats.org/drawingml/2006/main">
            <a:fillRect l="0" t="0" r="0" b="0"/>
          </a:stretch>
        </p:blipFill>
        <p:spPr>
          <a:xfrm xmlns:a="http://schemas.openxmlformats.org/drawingml/2006/main">
            <a:off x="9702800" y="1524000"/>
            <a:ext cx="1676400" cy="3632200"/>
          </a:xfrm>
          <a:prstGeom xmlns:a="http://schemas.openxmlformats.org/drawingml/2006/main" prst="roundRect">
            <a:avLst>
              <a:gd name="adj" fmla="val 15152"/>
            </a:avLst>
          </a:prstGeom>
        </p:spPr>
      </p:pic>
      <p:sp>
        <p:nvSpPr>
          <p:cNvPr id="29" name="">
            <a:extLst xmlns:a="http://schemas.openxmlformats.org/drawingml/2006/main">
              <a:ext uri="{FF2B5EF4-FFF2-40B4-BE49-F238E27FC236}">
                <a16:creationId xmlns:a16="http://schemas.microsoft.com/office/drawing/2014/main" id="{4265F9FD-8714-42E3-8B60-522FEBE5B605}"/>
              </a:ext>
            </a:extLst>
          </p:cNvPr>
          <p:cNvSpPr>
            <a:spLocks xmlns:a="http://schemas.openxmlformats.org/drawingml/2006/main" noGrp="1"/>
          </p:cNvSpPr>
          <p:nvPr/>
        </p:nvSpPr>
        <p:spPr>
          <a:xfrm xmlns:a="http://schemas.openxmlformats.org/drawingml/2006/main">
            <a:off x="9702800" y="1524000"/>
            <a:ext cx="1676400" cy="3632200"/>
          </a:xfrm>
          <a:prstGeom xmlns:a="http://schemas.openxmlformats.org/drawingml/2006/main" prst="roundRect">
            <a:avLst>
              <a:gd name="adj" fmla="val 15152"/>
            </a:avLst>
          </a:prstGeom>
          <a:noFill xmlns:a="http://schemas.openxmlformats.org/drawingml/2006/main"/>
          <a:ln xmlns:a="http://schemas.openxmlformats.org/drawingml/2006/main" w="28575">
            <a:solidFill>
              <a:srgbClr val="111111"/>
            </a:solidFill>
            <a:prstDash val="solid"/>
          </a:ln>
        </p:spPr>
      </p:sp>
      <p:sp>
        <p:nvSpPr>
          <p:cNvPr id="30" name="">
            <a:extLst xmlns:a="http://schemas.openxmlformats.org/drawingml/2006/main">
              <a:ext uri="{FF2B5EF4-FFF2-40B4-BE49-F238E27FC236}">
                <a16:creationId xmlns:a16="http://schemas.microsoft.com/office/drawing/2014/main" id="{412A2CCC-FB22-451C-B729-AD0421B0475D}"/>
              </a:ext>
            </a:extLst>
          </p:cNvPr>
          <p:cNvSpPr>
            <a:spLocks xmlns:a="http://schemas.openxmlformats.org/drawingml/2006/main" noGrp="1"/>
          </p:cNvSpPr>
          <p:nvPr/>
        </p:nvSpPr>
        <p:spPr>
          <a:xfrm xmlns:a="http://schemas.openxmlformats.org/drawingml/2006/main">
            <a:off x="9829800" y="5384800"/>
            <a:ext cx="142240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31" name="">
            <a:extLst xmlns:a="http://schemas.openxmlformats.org/drawingml/2006/main">
              <a:ext uri="{FF2B5EF4-FFF2-40B4-BE49-F238E27FC236}">
                <a16:creationId xmlns:a16="http://schemas.microsoft.com/office/drawing/2014/main" id="{9471E43D-1870-4D0E-AE4D-99EDE3149DD1}"/>
              </a:ext>
            </a:extLst>
          </p:cNvPr>
          <p:cNvSpPr>
            <a:spLocks xmlns:a="http://schemas.openxmlformats.org/drawingml/2006/main" noGrp="1"/>
          </p:cNvSpPr>
          <p:nvPr/>
        </p:nvSpPr>
        <p:spPr>
          <a:xfrm xmlns:a="http://schemas.openxmlformats.org/drawingml/2006/main">
            <a:off x="9829800" y="5384800"/>
            <a:ext cx="1422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5  Review</a:t>
            </a:r>
          </a:p>
        </p:txBody>
      </p:sp>
    </p:spTree>
    <p:extLst>
      <p:ext uri="{BB962C8B-B14F-4D97-AF65-F5344CB8AC3E}">
        <p14:creationId xmlns:p14="http://schemas.microsoft.com/office/powerpoint/2010/main" val="5766930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93bfa49b5dd4c4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F9A7BB-9E28-4A70-9192-3F67C2739BA7}"/>
              </a:ext>
            </a:extLst>
          </p:cNvPr>
          <p:cNvSpPr>
            <a:spLocks xmlns:a="http://schemas.openxmlformats.org/drawingml/2006/main" noGrp="1"/>
          </p:cNvSpPr>
          <p:nvPr/>
        </p:nvSpPr>
        <p:spPr>
          <a:xfrm xmlns:a="http://schemas.openxmlformats.org/drawingml/2006/main">
            <a:off x="762000" y="508000"/>
            <a:ext cx="2921000" cy="33020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22225">
            <a:solidFill>
              <a:srgbClr val="111111"/>
            </a:solidFill>
            <a:prstDash val="solid"/>
          </a:ln>
        </p:spPr>
      </p:sp>
      <p:sp>
        <p:nvSpPr>
          <p:cNvPr id="3" name="">
            <a:extLst xmlns:a="http://schemas.openxmlformats.org/drawingml/2006/main">
              <a:ext uri="{FF2B5EF4-FFF2-40B4-BE49-F238E27FC236}">
                <a16:creationId xmlns:a16="http://schemas.microsoft.com/office/drawing/2014/main" id="{7AD21800-A62E-4F4D-BE2D-7B3240F48C2A}"/>
              </a:ext>
            </a:extLst>
          </p:cNvPr>
          <p:cNvSpPr>
            <a:spLocks xmlns:a="http://schemas.openxmlformats.org/drawingml/2006/main" noGrp="1"/>
          </p:cNvSpPr>
          <p:nvPr/>
        </p:nvSpPr>
        <p:spPr>
          <a:xfrm xmlns:a="http://schemas.openxmlformats.org/drawingml/2006/main">
            <a:off x="762000" y="508000"/>
            <a:ext cx="2921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FFFFFF"/>
                </a:solidFill>
                <a:latin typeface="Avenir Next"/>
                <a:ea typeface="Avenir Next"/>
                <a:cs typeface="Avenir Next"/>
              </a:defRPr>
            </a:pPr>
            <a:r>
              <a:rPr sz="1100" b="1">
                <a:solidFill>
                  <a:srgbClr val="FFFFFF"/>
                </a:solidFill>
                <a:latin typeface="Avenir Next"/>
                <a:ea typeface="Avenir Next"/>
                <a:cs typeface="Avenir Next"/>
              </a:rPr>
              <a:t>APPENDIX · SYSTEM DETAIL</a:t>
            </a:r>
          </a:p>
        </p:txBody>
      </p:sp>
      <p:sp>
        <p:nvSpPr>
          <p:cNvPr id="4" name="">
            <a:extLst xmlns:a="http://schemas.openxmlformats.org/drawingml/2006/main">
              <a:ext uri="{FF2B5EF4-FFF2-40B4-BE49-F238E27FC236}">
                <a16:creationId xmlns:a16="http://schemas.microsoft.com/office/drawing/2014/main" id="{9AFDEE5B-3E17-4E30-9BD5-668E1AB46E5D}"/>
              </a:ext>
            </a:extLst>
          </p:cNvPr>
          <p:cNvSpPr>
            <a:spLocks xmlns:a="http://schemas.openxmlformats.org/drawingml/2006/main" noGrp="1"/>
          </p:cNvSpPr>
          <p:nvPr/>
        </p:nvSpPr>
        <p:spPr>
          <a:xfrm xmlns:a="http://schemas.openxmlformats.org/drawingml/2006/main">
            <a:off x="3835400" y="657225"/>
            <a:ext cx="7035800" cy="31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39C4DC97-5F35-4FD6-BC58-AB6840F05BB8}"/>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22225">
            <a:solidFill>
              <a:srgbClr val="111111"/>
            </a:solidFill>
            <a:prstDash val="solid"/>
          </a:ln>
        </p:spPr>
      </p:sp>
      <p:sp>
        <p:nvSpPr>
          <p:cNvPr id="6" name="">
            <a:extLst xmlns:a="http://schemas.openxmlformats.org/drawingml/2006/main">
              <a:ext uri="{FF2B5EF4-FFF2-40B4-BE49-F238E27FC236}">
                <a16:creationId xmlns:a16="http://schemas.microsoft.com/office/drawing/2014/main" id="{DA59E7D6-8272-46B9-9D10-702D2FD354DF}"/>
              </a:ext>
            </a:extLst>
          </p:cNvPr>
          <p:cNvSpPr>
            <a:spLocks xmlns:a="http://schemas.openxmlformats.org/drawingml/2006/main" noGrp="1"/>
          </p:cNvSpPr>
          <p:nvPr/>
        </p:nvSpPr>
        <p:spPr>
          <a:xfrm xmlns:a="http://schemas.openxmlformats.org/drawingml/2006/main">
            <a:off x="10871200" y="508000"/>
            <a:ext cx="5588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63500" tIns="0" rIns="63500" bIns="0" anchor="ctr">
            <a:normAutofit fontScale="100000"/>
          </a:bodyPr>
          <a:lstStyle xmlns:a="http://schemas.openxmlformats.org/drawingml/2006/main"/>
          <a:p xmlns:a="http://schemas.openxmlformats.org/drawingml/2006/main">
            <a:pPr algn="ctr">
              <a:lnSpc>
                <a:spcPct val="100000"/>
              </a:lnSpc>
              <a:buNone/>
              <a:defRPr sz="1100" b="1">
                <a:solidFill>
                  <a:srgbClr val="111111"/>
                </a:solidFill>
                <a:latin typeface="Avenir Next"/>
                <a:ea typeface="Avenir Next"/>
                <a:cs typeface="Avenir Next"/>
              </a:defRPr>
            </a:pPr>
            <a:r>
              <a:rPr sz="1100" b="1">
                <a:solidFill>
                  <a:srgbClr val="111111"/>
                </a:solidFill>
                <a:latin typeface="Avenir Next"/>
                <a:ea typeface="Avenir Next"/>
                <a:cs typeface="Avenir Next"/>
              </a:rPr>
              <a:t>A2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3c81e6b0bb94e7c"/>
          <a:stretch xmlns:a="http://schemas.openxmlformats.org/drawingml/2006/main"/>
        </p:blipFill>
        <p:spPr>
          <a:xfrm xmlns:a="http://schemas.openxmlformats.org/drawingml/2006/main">
            <a:off x="701869" y="762000"/>
            <a:ext cx="10788261" cy="6007100"/>
          </a:xfrm>
          <a:prstGeom xmlns:a="http://schemas.openxmlformats.org/drawingml/2006/main" prst="rect">
            <a:avLst/>
          </a:prstGeom>
        </p:spPr>
      </p:pic>
    </p:spTree>
    <p:extLst>
      <p:ext uri="{BB962C8B-B14F-4D97-AF65-F5344CB8AC3E}">
        <p14:creationId xmlns:p14="http://schemas.microsoft.com/office/powerpoint/2010/main" val="1787627113"/>
      </p:ext>
    </p:extLst>
  </p:cSld>
</p:sld>
</file>

<file path=ppt/theme/theme1.xml><?xml version="1.0" encoding="utf-8"?>
<a:theme xmlns:a="http://schemas.openxmlformats.org/drawingml/2006/main" name="ChatGPT">
  <a:themeElements>
    <a:clrScheme name="Just Speak It">
      <a:dk1>
        <a:srgbClr val="000000"/>
      </a:dk1>
      <a:lt1>
        <a:srgbClr val="FFFFFF"/>
      </a:lt1>
      <a:dk2>
        <a:srgbClr val="111111"/>
      </a:dk2>
      <a:lt2>
        <a:srgbClr val="F8F6EF"/>
      </a:lt2>
      <a:accent1>
        <a:srgbClr val="276EF1"/>
      </a:accent1>
      <a:accent2>
        <a:srgbClr val="2FDD6C"/>
      </a:accent2>
      <a:accent3>
        <a:srgbClr val="FF9F45"/>
      </a:accent3>
      <a:accent4>
        <a:srgbClr val="FF7661"/>
      </a:accent4>
      <a:accent5>
        <a:srgbClr val="9B7CFF"/>
      </a:accent5>
      <a:accent6>
        <a:srgbClr val="9FD0F8"/>
      </a:accent6>
      <a:hlink>
        <a:srgbClr val="276EF1"/>
      </a:hlink>
      <a:folHlink>
        <a:srgbClr val="9B7CFF"/>
      </a:folHlink>
    </a:clrScheme>
    <a:fontScheme name="Office">
      <a:majorFont>
        <a:latin typeface="Calibri Light"/>
        <a:ea typeface="Calibri Light"/>
        <a:cs typeface="Calibri Light"/>
      </a:majorFont>
      <a:minorFont>
        <a:latin typeface="Calibri"/>
        <a:ea typeface="Calibri"/>
        <a:cs typeface="Calibri"/>
      </a:minorFont>
    </a:fontScheme>
    <a:fmtScheme name="Just Speak 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2026-08-01T04:48:31.9690000Z</dcterms:created>
  <dcterms:modified xsi:type="dcterms:W3CDTF">2026-08-01T04:48:31.9690000Z</dcterms:modified>
</coreProperties>
</file>